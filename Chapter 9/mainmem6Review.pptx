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ECF9-7F48-4AB4-8BA9-56BEC7A2B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DC07F-885B-4EF7-A541-1ACE1C71B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69490-76C2-4901-AA36-2E8572588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9352-A196-42C4-BF34-CC97ACD5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F4F3F-D06C-4EAF-AF70-40F72DB6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1E53-2973-457F-99F3-D68D32D3D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320A9-A584-4CCA-A5EF-EB64C07BA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79BA5-2942-4653-8947-8FF48D04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A6FF5-C459-40A3-8571-9AFD5EBB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5C5AB-9486-4BA7-B8B6-B5130EA7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7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32B4-01FB-49D5-9856-470A6CCE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89D8D-B7B7-4E25-9BFD-A8909A3AC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6FEF-E78D-43F0-B704-7AF78565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F4765-655C-48DB-B407-0CF29871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9E31-4A0C-4C69-ABC7-AD8BD647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3EA2-2033-445C-90C1-32A85ECA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41A09-4AA0-4698-877B-A0A210F89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A2B43-6054-4979-B0F5-72A555F6E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B11C7-39CC-4DE9-BDFC-B3B3E70E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5BF65-1C16-4F3C-A6EC-8756E0A19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B0737-FA42-42AC-BF38-EDA845C7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4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D3130-C99A-44EC-8213-7E72CC54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80788-26D1-45B3-8000-CEB6B0B4D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343EF-F958-4E52-B94D-BA556AB10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6ED57-F1E1-4935-BA61-1DA77250C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CC89A-BA74-465A-8C8D-5D6442589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E578A3-29B1-42DC-9D04-8E007842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2B055-45EB-47F9-8ACE-B9C88854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7550CA-152B-4F79-A807-5826BBA6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9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9D7E-AB09-4286-8841-A555B753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340C4-0B44-4E35-A9B2-641DF5AF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6A226-6CEC-40C5-BA15-0166E208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F724D-6BE6-4B48-B9AC-01B2170C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5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F15378-DEA7-4D31-9815-63676A6A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FD5D0-6AA1-4868-AB68-8D8358F1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86D92-B8B4-4835-B962-E4D64DF7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1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40D6-4EF3-4B3F-90E6-F7D43376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1C33A-1FD3-4213-94E3-8B91EB7F4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47229-459E-4512-84A5-A2BC330C6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1BDB2-13F7-43D5-B9EB-61287B1D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00366-1CED-4A36-AF38-407ACB7C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14338-2E54-4041-988F-43247FE4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5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CCB94-7286-4E29-B719-47CE8416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A4F64-044B-40F9-B8F0-A91506496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D4B41-5BDD-48EB-BF54-1BE3E3549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6D6FA-66DD-4419-B4E5-27381E7B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92152-5A69-4B87-B47A-6208B651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BD70B-00C1-4962-9253-07D1A8A55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9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0852-C2A7-4A55-A742-BC2DDA80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82A8B-2908-4AA3-8541-29C3814C8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4B1DE-BECF-4555-A015-28997C2B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EE6CE-D442-4D40-BBE2-FC361754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147B5-23E9-41E4-9358-F4C45623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AE264-6982-4BDC-A258-9C46DD1E8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30CF9-3E4B-412C-9ADD-D2042CCD9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41DEF-6B9A-42AA-B614-7C58F88B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7F08B-262C-418F-B8B4-2ADC54CF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0266A-DE89-457F-B1A2-D0634DC9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2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0E0BF-D2FB-4BDE-9E31-152ACDB3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143BC-9528-4922-9930-D46A70E61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96AB1-894D-4CB1-A724-BECA2E88E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AEA09-2F4A-46BD-B15D-A2EEB0F40C1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55C83-5D6B-408C-9830-8919EE712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FC41D-3BFE-4840-96B0-49A96147B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4AD86-F835-4F79-98C5-05E6F733E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3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67635-6FF1-48EB-BCEF-78EB58F47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Memory</a:t>
            </a:r>
            <a:br>
              <a:rPr lang="en-US" dirty="0"/>
            </a:br>
            <a:r>
              <a:rPr lang="en-US" dirty="0"/>
              <a:t>Lesson 6</a:t>
            </a:r>
            <a:br>
              <a:rPr lang="en-US" dirty="0"/>
            </a:br>
            <a:r>
              <a:rPr lang="en-US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EFC25-D42B-4937-8E98-D00A0F2748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Spring 2022</a:t>
            </a:r>
          </a:p>
        </p:txBody>
      </p:sp>
    </p:spTree>
    <p:extLst>
      <p:ext uri="{BB962C8B-B14F-4D97-AF65-F5344CB8AC3E}">
        <p14:creationId xmlns:p14="http://schemas.microsoft.com/office/powerpoint/2010/main" val="524607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6B93-CD8D-45FB-B213-8F6284C9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DB742-9909-4B41-A3E9-23816A9F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Require An entire process be in the memory before </a:t>
            </a:r>
            <a:r>
              <a:rPr lang="en-US"/>
              <a:t>process execution</a:t>
            </a:r>
          </a:p>
          <a:p>
            <a:pPr marL="0" indent="0">
              <a:buNone/>
            </a:pPr>
            <a:endParaRPr lang="en-US"/>
          </a:p>
          <a:p>
            <a:r>
              <a:rPr lang="en-US" dirty="0"/>
              <a:t>Logical addresses vs physical addresses</a:t>
            </a:r>
          </a:p>
          <a:p>
            <a:r>
              <a:rPr lang="en-US" dirty="0"/>
              <a:t>Memory management unit (MMU)’s role</a:t>
            </a:r>
          </a:p>
          <a:p>
            <a:r>
              <a:rPr lang="en-US" dirty="0"/>
              <a:t>Address binding</a:t>
            </a:r>
          </a:p>
          <a:p>
            <a:pPr lvl="1"/>
            <a:r>
              <a:rPr lang="en-US" dirty="0"/>
              <a:t>Dynamic loading, </a:t>
            </a:r>
          </a:p>
          <a:p>
            <a:pPr lvl="1"/>
            <a:r>
              <a:rPr lang="en-US" dirty="0"/>
              <a:t>Dynamic linking </a:t>
            </a:r>
          </a:p>
          <a:p>
            <a:pPr lvl="1"/>
            <a:r>
              <a:rPr lang="en-US" dirty="0"/>
              <a:t>Shared libraries</a:t>
            </a:r>
          </a:p>
          <a:p>
            <a:r>
              <a:rPr lang="en-US" dirty="0"/>
              <a:t>Contiguous memory allocation</a:t>
            </a:r>
          </a:p>
          <a:p>
            <a:pPr lvl="1"/>
            <a:r>
              <a:rPr lang="en-US" dirty="0"/>
              <a:t>Memory protection</a:t>
            </a:r>
          </a:p>
          <a:p>
            <a:pPr lvl="1"/>
            <a:r>
              <a:rPr lang="en-US" dirty="0"/>
              <a:t>Memory allocation</a:t>
            </a:r>
          </a:p>
          <a:p>
            <a:pPr lvl="1"/>
            <a:r>
              <a:rPr lang="en-US" dirty="0"/>
              <a:t>Fragmentation (internal vs external)</a:t>
            </a:r>
          </a:p>
        </p:txBody>
      </p:sp>
    </p:spTree>
    <p:extLst>
      <p:ext uri="{BB962C8B-B14F-4D97-AF65-F5344CB8AC3E}">
        <p14:creationId xmlns:p14="http://schemas.microsoft.com/office/powerpoint/2010/main" val="194198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4F010-7A59-4A1E-B3BF-1A7FF00C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095C9-E1BF-43A9-8E0F-B1053578B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Paging</a:t>
            </a:r>
          </a:p>
          <a:p>
            <a:pPr lvl="1"/>
            <a:r>
              <a:rPr lang="en-US" dirty="0"/>
              <a:t>Basic method</a:t>
            </a:r>
          </a:p>
          <a:p>
            <a:pPr lvl="1"/>
            <a:r>
              <a:rPr lang="en-US" dirty="0"/>
              <a:t>TLB (Translation Lock-Aside Buffer)</a:t>
            </a:r>
          </a:p>
          <a:p>
            <a:pPr lvl="1"/>
            <a:r>
              <a:rPr lang="en-US" dirty="0"/>
              <a:t>TLB lookup</a:t>
            </a:r>
          </a:p>
          <a:p>
            <a:pPr lvl="2"/>
            <a:r>
              <a:rPr lang="en-US" dirty="0"/>
              <a:t>Part of instruction pipeline</a:t>
            </a:r>
          </a:p>
          <a:p>
            <a:pPr lvl="2"/>
            <a:r>
              <a:rPr lang="en-US" dirty="0"/>
              <a:t>Not part of instruction pipeline</a:t>
            </a:r>
          </a:p>
          <a:p>
            <a:pPr lvl="1"/>
            <a:r>
              <a:rPr lang="en-US" dirty="0"/>
              <a:t>Effective access time for page in memory</a:t>
            </a:r>
          </a:p>
          <a:p>
            <a:pPr lvl="1"/>
            <a:r>
              <a:rPr lang="en-US" dirty="0"/>
              <a:t>Protection</a:t>
            </a:r>
          </a:p>
          <a:p>
            <a:pPr lvl="1"/>
            <a:r>
              <a:rPr lang="en-US" dirty="0"/>
              <a:t>Shared pages</a:t>
            </a:r>
          </a:p>
          <a:p>
            <a:pPr lvl="2"/>
            <a:r>
              <a:rPr lang="en-US" dirty="0"/>
              <a:t>Reentrant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1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4F010-7A59-4A1E-B3BF-1A7FF00C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095C9-E1BF-43A9-8E0F-B1053578B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Table Structure</a:t>
            </a:r>
          </a:p>
          <a:p>
            <a:pPr lvl="1"/>
            <a:r>
              <a:rPr lang="en-US" dirty="0"/>
              <a:t>Hierarchical</a:t>
            </a:r>
          </a:p>
          <a:p>
            <a:pPr lvl="1"/>
            <a:r>
              <a:rPr lang="en-US" dirty="0"/>
              <a:t>Hashed</a:t>
            </a:r>
          </a:p>
          <a:p>
            <a:pPr lvl="1"/>
            <a:r>
              <a:rPr lang="en-US" dirty="0"/>
              <a:t>Inverted</a:t>
            </a:r>
          </a:p>
          <a:p>
            <a:r>
              <a:rPr lang="en-US" dirty="0"/>
              <a:t>Swapping</a:t>
            </a:r>
          </a:p>
          <a:p>
            <a:r>
              <a:rPr lang="en-US" dirty="0"/>
              <a:t>IA-32 architecture</a:t>
            </a:r>
          </a:p>
          <a:p>
            <a:pPr lvl="1"/>
            <a:r>
              <a:rPr lang="en-US" dirty="0"/>
              <a:t>Page sizes</a:t>
            </a:r>
          </a:p>
          <a:p>
            <a:r>
              <a:rPr lang="en-US" dirty="0"/>
              <a:t>X86-64 architecture</a:t>
            </a:r>
          </a:p>
          <a:p>
            <a:r>
              <a:rPr lang="en-US" dirty="0"/>
              <a:t>ARMv8 architecture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872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113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Main Memory Lesson 6 Review</vt:lpstr>
      <vt:lpstr>Important Concepts 1</vt:lpstr>
      <vt:lpstr>Important Concepts 2</vt:lpstr>
      <vt:lpstr>Important Concepts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Memory Lesson 6 Review</dc:title>
  <dc:creator>David Liu</dc:creator>
  <cp:lastModifiedBy>David Liu</cp:lastModifiedBy>
  <cp:revision>10</cp:revision>
  <dcterms:created xsi:type="dcterms:W3CDTF">2022-04-28T14:23:36Z</dcterms:created>
  <dcterms:modified xsi:type="dcterms:W3CDTF">2022-04-28T15:05:14Z</dcterms:modified>
</cp:coreProperties>
</file>