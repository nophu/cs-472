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56" r:id="rId2"/>
    <p:sldId id="370" r:id="rId3"/>
    <p:sldId id="371" r:id="rId4"/>
    <p:sldId id="372" r:id="rId5"/>
    <p:sldId id="373" r:id="rId6"/>
    <p:sldId id="37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2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9575DD-735C-4D48-A7C4-CA4E7903C87A}" type="datetimeFigureOut">
              <a:rPr lang="en-US" smtClean="0"/>
              <a:t>5/1/2022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2BCB36-5939-43C5-9548-354D2D6848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999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A2CBB288-19ED-4186-8EB7-B5DE96B0DC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4F63C0-C994-4F9F-AFCB-72BC30297C41}" type="slidenum">
              <a:rPr lang="en-US" altLang="en-US" smtClean="0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44449EFC-018F-4578-9E4A-BD46950CF6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57ECD950-50D6-454A-AAF8-54596E630D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B5A96C18-A9EC-4506-B255-BA0CBC246A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63D1153-C5EE-4A0B-92CA-F4FAABB2F35F}" type="slidenum">
              <a:rPr lang="en-US" altLang="en-US" smtClean="0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ADC9BBCF-EFA5-4EBB-8ABA-7B09CAAEE5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DC454936-112B-4A94-9353-F3139D3D2B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E6BEF6D4-53DF-4FDD-8B5F-784F95F500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B8F0A54-77B9-4D50-9C32-AE90F972BBB5}" type="slidenum">
              <a:rPr lang="en-US" altLang="en-US" smtClean="0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0AE538A0-24D1-497B-AFA1-93A1D6EF11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A9B962AE-A32C-4B64-9288-77614AF25D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119DDE7C-2EAE-41A1-BC13-87DECAEA1D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804ABD-F79E-4613-B853-6D556884C397}" type="slidenum">
              <a:rPr lang="en-US" altLang="en-US" smtClean="0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3B5FBDE8-4B34-46B6-8993-330A8C8F71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7D205A1C-C2A0-4923-A2C2-8E4EEE4BAE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805B919A-B6CA-4CE6-8DBE-222E7A6705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D579E2A-B390-4836-A062-E04880B09BC6}" type="slidenum">
              <a:rPr lang="en-US" altLang="en-US" smtClean="0">
                <a:latin typeface="Helvetica" panose="020B0604020202020204" pitchFamily="34" charset="0"/>
              </a:rPr>
              <a:pPr/>
              <a:t>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BFE573FB-9810-467F-A375-B0C15B3EBD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3F3DAA24-7D22-4DCE-B11C-8B1B1135E9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439D9-9F77-49A0-9BB0-2D29B8076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6153B0-FE5E-432A-B8DE-7822C77752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6455F-237E-4143-AD8F-4124BF69C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25C83-5690-4D12-9309-1ECDF25CF357}" type="datetime1">
              <a:rPr lang="en-US" smtClean="0"/>
              <a:t>5/1/2022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8AD66-3EB6-42D8-9D03-9D65BCD92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4A9FE-E8CA-45AD-9E7C-B6AE8D13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8E403-C5B2-49E6-AD87-2E173C452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950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3DF0-F820-428C-9757-22C76F34A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5767D-9E20-4EE5-98A6-9D45C46C0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981FB-9DE7-4A18-920A-92E64785E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4D546-9AEA-42C4-A041-495009C1BBAA}" type="datetime1">
              <a:rPr lang="en-US" smtClean="0"/>
              <a:t>5/1/2022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7F30FF-161A-4F07-9BFA-F4DEC8C88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36811-37AD-42D5-A24F-458984C5F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8E403-C5B2-49E6-AD87-2E173C452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720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DD814-795B-4D86-A7E5-F52B3F884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C02A0-9FBE-4EB1-B0C4-77B3247F75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B1924-442F-476E-82E9-24406A007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322C8-5789-4BCB-83B5-FD2893C29305}" type="datetime1">
              <a:rPr lang="en-US" smtClean="0"/>
              <a:t>5/1/2022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65E40-C2E7-48FC-858F-6A68A8930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6A3DE-7420-443D-ABDB-8F7BBC492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8E403-C5B2-49E6-AD87-2E173C452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32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AB933-63EF-4464-AED2-D6492DAA3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7B0A7-8910-4903-8CBB-F0F3A28EE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E6D99-7032-440A-BAEC-6278B45311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3B501-7C39-48ED-B313-D06A94370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83928-855B-40C0-A62C-4DF87E438561}" type="datetime1">
              <a:rPr lang="en-US" smtClean="0"/>
              <a:t>5/1/2022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C88535-AACC-4AFA-A057-5A5AB120B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06B2-FDE6-4A19-B3BD-7B26DBD60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8E403-C5B2-49E6-AD87-2E173C452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806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24389-33D8-4129-A3A5-49A42F473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B4775-E576-41BF-96D8-071BC0092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63E598-F730-497E-91FB-5A5E09137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B2A92A-BC8C-445D-9A3D-3259D1E264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F99BCD-FC4A-4DFA-807E-DE9D92D46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37F8B1-35A7-43E9-9295-5326E7A39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DAF96-7641-4FA1-B605-27A36307E634}" type="datetime1">
              <a:rPr lang="en-US" smtClean="0"/>
              <a:t>5/1/2022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555C9B-6931-42F3-827B-B41D960EA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F455C7-81DD-431D-AAE6-D3944141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8E403-C5B2-49E6-AD87-2E173C452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245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439E-25C7-4B6F-8FF4-7AA4C7F2F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A75A35-7FEC-4616-85B1-C142F0F37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34297-42E4-48A4-8F19-64F86EF6E7DC}" type="datetime1">
              <a:rPr lang="en-US" smtClean="0"/>
              <a:t>5/1/2022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9C349A-B681-4DCF-8CB0-17F7BD7B0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A41BFD-3EDE-474D-9A29-452FA4B3E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8E403-C5B2-49E6-AD87-2E173C452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484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504173-C189-4A54-8A4A-D21ADF2EB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45E0B-96BA-4FC3-A5E9-A350C88DF5A3}" type="datetime1">
              <a:rPr lang="en-US" smtClean="0"/>
              <a:t>5/1/2022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5F4B5C-A9CA-44A0-B939-8FC419DF4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129A8-3BB9-4D14-85E9-7575A7919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8E403-C5B2-49E6-AD87-2E173C452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29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75BA3-9990-47D9-BE43-287820AB1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31379-BFBF-48F3-908D-6241C7FDA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AFD03-D7E8-436E-8602-FF18824102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B0E90-26AB-49B3-AE7A-7E77FC6B8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15936-1654-46AC-B61C-2C1E6A1D00AD}" type="datetime1">
              <a:rPr lang="en-US" smtClean="0"/>
              <a:t>5/1/2022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80366-8957-48F2-9C3D-E451339B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676990-6E3B-41BB-9553-AA3840572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8E403-C5B2-49E6-AD87-2E173C452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89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94795-1782-4B4D-B268-368B413A8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0E8AD6-A67C-4827-91DD-447B87101B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37CA42-97D3-48E4-B7E2-A5921C3EA2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2B5318-4732-4197-A2C4-69E98A923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B2CBC8-8540-4EDA-9EBA-D0C9C04AC5D5}" type="datetime1">
              <a:rPr lang="en-US" smtClean="0"/>
              <a:t>5/1/2022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DAF901-C387-4813-8BAB-305FCAA76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18CF2-9915-4009-82F8-B31BCC542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8E403-C5B2-49E6-AD87-2E173C452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84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65681-0CDA-48DE-B554-C2195F03C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5F2485-FF87-49B8-9B5D-CE0B38585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4BF4D-9F05-4185-9128-874DF2348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25BBE-2009-4767-AAB7-413DB2ACB8DB}" type="datetime1">
              <a:rPr lang="en-US" smtClean="0"/>
              <a:t>5/1/2022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13A97-1489-4200-B67A-DB35E416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E18BB-307A-47CF-92B4-E9B65C95E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8E403-C5B2-49E6-AD87-2E173C452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638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C45439-A46A-4AD5-AC9D-DD25DFD7D6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030983-6300-40B3-B99A-33FAE494F6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F82B2-22B2-4F6C-B13A-6D275774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056B4-E995-463A-A41E-C6029D23ECE2}" type="datetime1">
              <a:rPr lang="en-US" smtClean="0"/>
              <a:t>5/1/2022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A18A4-DF1C-4E76-BB9D-EA68A0209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50658-AD23-447B-8ABB-14D4D197A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8E403-C5B2-49E6-AD87-2E173C452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085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4D5970-C8ED-4F46-8BE4-88FC2BB1B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97ED6-244E-4399-A1F4-9B2AA7BEF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BAE62-DFEF-4F9B-9B8A-B13413A704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8B41A-20F7-4295-92A9-A4AB1FB2FA27}" type="datetime1">
              <a:rPr lang="en-US" smtClean="0"/>
              <a:t>5/1/2022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1BB73-ABFF-48A3-AA04-60EB456558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2D870-9B4F-4AFB-A3E2-BEB559257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8E403-C5B2-49E6-AD87-2E173C452E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17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E5FE-9D08-4528-BE79-F255F2EBA5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I/O Systems</a:t>
            </a:r>
            <a:br>
              <a:rPr lang="en-US" dirty="0"/>
            </a:br>
            <a:r>
              <a:rPr lang="en-US" dirty="0"/>
              <a:t>Lesson 5</a:t>
            </a:r>
            <a:br>
              <a:rPr lang="en-US" dirty="0"/>
            </a:br>
            <a:r>
              <a:rPr lang="en-US" dirty="0"/>
              <a:t>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DD1B18-6A18-4CD8-9978-4AEA3A17C4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</p:spTree>
    <p:extLst>
      <p:ext uri="{BB962C8B-B14F-4D97-AF65-F5344CB8AC3E}">
        <p14:creationId xmlns:p14="http://schemas.microsoft.com/office/powerpoint/2010/main" val="2019500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7C7FD586-C099-4F55-BE09-8F40758573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168276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Performance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3D1C951C-5389-48E7-A2E6-9EC558B439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9781" y="1626345"/>
            <a:ext cx="9490648" cy="2648199"/>
          </a:xfrm>
        </p:spPr>
        <p:txBody>
          <a:bodyPr/>
          <a:lstStyle/>
          <a:p>
            <a:r>
              <a:rPr lang="en-US" altLang="en-US" dirty="0"/>
              <a:t>I/O a major factor in system performance:</a:t>
            </a:r>
          </a:p>
          <a:p>
            <a:pPr lvl="1"/>
            <a:r>
              <a:rPr lang="en-US" altLang="en-US" dirty="0"/>
              <a:t>Demands CPU to execute device driver, kernel I/O code</a:t>
            </a:r>
          </a:p>
          <a:p>
            <a:pPr lvl="1"/>
            <a:r>
              <a:rPr lang="en-US" altLang="en-US" dirty="0"/>
              <a:t>Context switches due to interrupts</a:t>
            </a:r>
          </a:p>
          <a:p>
            <a:pPr lvl="1"/>
            <a:r>
              <a:rPr lang="en-US" altLang="en-US" dirty="0"/>
              <a:t>Data copying</a:t>
            </a:r>
          </a:p>
          <a:p>
            <a:pPr lvl="1"/>
            <a:r>
              <a:rPr lang="en-US" altLang="en-US" dirty="0"/>
              <a:t>Network traffic especially stressful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90E58F-7ACD-422A-A20E-F706D9D96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8E403-C5B2-49E6-AD87-2E173C452E3E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2866DFE0-081B-48AF-AC32-6022597B6B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57450" y="155576"/>
            <a:ext cx="775335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Intercomputer Communications</a:t>
            </a:r>
            <a:endParaRPr lang="en-US" altLang="en-US" sz="2400"/>
          </a:p>
        </p:txBody>
      </p:sp>
      <p:pic>
        <p:nvPicPr>
          <p:cNvPr id="89091" name="Picture 2">
            <a:extLst>
              <a:ext uri="{FF2B5EF4-FFF2-40B4-BE49-F238E27FC236}">
                <a16:creationId xmlns:a16="http://schemas.microsoft.com/office/drawing/2014/main" id="{0D0CF2D3-9507-4F58-856D-829F1EA49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13" y="1310740"/>
            <a:ext cx="9050999" cy="4252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3C97B7-0332-4269-BCB9-B1EAFFFAF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8E403-C5B2-49E6-AD87-2E173C452E3E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4BCA58B4-CB49-4C5C-843B-639AB0FF38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8564" y="141288"/>
            <a:ext cx="77422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Improving Performance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85A9A00E-E19B-4DCD-BB7D-84DB7C320B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72697" y="1163637"/>
            <a:ext cx="7069137" cy="4530725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Reduce number of context switches</a:t>
            </a:r>
            <a:endParaRPr lang="en-US" altLang="en-US" sz="800" dirty="0"/>
          </a:p>
          <a:p>
            <a:r>
              <a:rPr lang="en-US" altLang="en-US" dirty="0"/>
              <a:t>Reduce data copying</a:t>
            </a:r>
            <a:endParaRPr lang="en-US" altLang="en-US" sz="800" dirty="0"/>
          </a:p>
          <a:p>
            <a:r>
              <a:rPr lang="en-US" altLang="en-US" dirty="0"/>
              <a:t>Reduce interrupts by using large transfers, smart controllers, polling</a:t>
            </a:r>
            <a:endParaRPr lang="en-US" altLang="en-US" sz="800" dirty="0"/>
          </a:p>
          <a:p>
            <a:r>
              <a:rPr lang="en-US" altLang="en-US" dirty="0"/>
              <a:t>Use DMA</a:t>
            </a:r>
            <a:endParaRPr lang="en-US" altLang="en-US" sz="800" dirty="0"/>
          </a:p>
          <a:p>
            <a:r>
              <a:rPr lang="en-US" altLang="en-US" dirty="0"/>
              <a:t>Use smarter hardware devices</a:t>
            </a:r>
            <a:endParaRPr lang="en-US" altLang="en-US" sz="800" dirty="0"/>
          </a:p>
          <a:p>
            <a:r>
              <a:rPr lang="en-US" altLang="en-US" dirty="0"/>
              <a:t>Balance CPU, memory, bus, and I/O performance for highest throughput</a:t>
            </a:r>
            <a:endParaRPr lang="en-US" altLang="en-US" sz="800" dirty="0"/>
          </a:p>
          <a:p>
            <a:r>
              <a:rPr lang="en-US" altLang="en-US" dirty="0"/>
              <a:t>Move user-mode processes / daemons to kernel threads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E2669D-A7C3-4193-BE01-CBD7216E0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8E403-C5B2-49E6-AD87-2E173C452E3E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92CDDA83-3303-4482-8142-962E1F6835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92375" y="168276"/>
            <a:ext cx="77724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Device-Functionality Progression</a:t>
            </a:r>
            <a:endParaRPr lang="en-US" altLang="en-US" sz="2400"/>
          </a:p>
        </p:txBody>
      </p:sp>
      <p:pic>
        <p:nvPicPr>
          <p:cNvPr id="93187" name="Picture 2">
            <a:extLst>
              <a:ext uri="{FF2B5EF4-FFF2-40B4-BE49-F238E27FC236}">
                <a16:creationId xmlns:a16="http://schemas.microsoft.com/office/drawing/2014/main" id="{5E971E14-D377-4304-B480-42B9B5B3B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923" y="1414366"/>
            <a:ext cx="7494836" cy="4476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0B8A7C-A87B-4963-8874-91B07D33A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8E403-C5B2-49E6-AD87-2E173C452E3E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4F29AC8E-B3BC-4773-92AE-3D7BF0D1D3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92375" y="168276"/>
            <a:ext cx="7772400" cy="576263"/>
          </a:xfrm>
        </p:spPr>
        <p:txBody>
          <a:bodyPr/>
          <a:lstStyle/>
          <a:p>
            <a:pPr eaLnBrk="1" hangingPunct="1"/>
            <a:r>
              <a:rPr lang="en-US" altLang="en-US" sz="2400"/>
              <a:t>I/O Performance of Storage (and Network Latency)</a:t>
            </a:r>
            <a:endParaRPr lang="en-US" altLang="en-US" sz="1800"/>
          </a:p>
        </p:txBody>
      </p:sp>
      <p:pic>
        <p:nvPicPr>
          <p:cNvPr id="95235" name="Picture 3">
            <a:extLst>
              <a:ext uri="{FF2B5EF4-FFF2-40B4-BE49-F238E27FC236}">
                <a16:creationId xmlns:a16="http://schemas.microsoft.com/office/drawing/2014/main" id="{736CABCB-95C1-4D14-8AF4-404A2FE77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306" y="1475581"/>
            <a:ext cx="8686800" cy="3906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7FCB46-9F0C-49E2-B33D-2F700A540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8E403-C5B2-49E6-AD87-2E173C452E3E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125</Words>
  <Application>Microsoft Office PowerPoint</Application>
  <PresentationFormat>Widescreen</PresentationFormat>
  <Paragraphs>30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MS PGothic</vt:lpstr>
      <vt:lpstr>Arial</vt:lpstr>
      <vt:lpstr>Calibri</vt:lpstr>
      <vt:lpstr>Calibri Light</vt:lpstr>
      <vt:lpstr>Helvetica</vt:lpstr>
      <vt:lpstr>Times New Roman</vt:lpstr>
      <vt:lpstr>Office Theme</vt:lpstr>
      <vt:lpstr>I/O Systems Lesson 5 Performance</vt:lpstr>
      <vt:lpstr>Performance</vt:lpstr>
      <vt:lpstr>Intercomputer Communications</vt:lpstr>
      <vt:lpstr>Improving Performance</vt:lpstr>
      <vt:lpstr>Device-Functionality Progression</vt:lpstr>
      <vt:lpstr>I/O Performance of Storage (and Network Latency)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I/O Systems Lesson 4 Performance</dc:title>
  <dc:creator>David Liu</dc:creator>
  <cp:lastModifiedBy>David Liu</cp:lastModifiedBy>
  <cp:revision>4</cp:revision>
  <dcterms:created xsi:type="dcterms:W3CDTF">2021-12-01T16:24:16Z</dcterms:created>
  <dcterms:modified xsi:type="dcterms:W3CDTF">2022-05-01T18:32:20Z</dcterms:modified>
</cp:coreProperties>
</file>