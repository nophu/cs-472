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20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3D2CD-750E-41D4-9BFB-9525B21D2E20}" type="datetimeFigureOut">
              <a:rPr lang="en-US" smtClean="0"/>
              <a:t>5/1/2022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2FFC8-45F1-4234-A555-57A64E1122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440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23191-E66F-45EC-B3A9-16E66DE890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D0DA0-838E-4B6F-936B-3FD815E8F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7CB2F-13F4-4D0F-B426-5D5A5E92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C1046-49B8-40F9-AF09-FD1AD8C03B62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E72AC5-347A-4CB3-9C96-808401C8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5FFB4-16C8-4069-8A19-C2B83D693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82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3B459-12D1-4998-8466-32637B0D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5B46B-2465-4619-99A7-6550348EB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F48A8-E7A7-4B9B-8C41-2B0F6A6CD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87C13-B3F7-4FC2-9007-9DC3DFA0C4E3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1C808-384F-47F6-B1F5-B93CB459C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E56D1-AA2A-404A-A3EA-EE5225301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7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23A3-0A43-4F6F-A3CA-60DEBFCB3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BDF32-72FC-4D97-9B4C-330962E975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B7F54C-1D80-40F6-A547-51DA0CABB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EF674-3AAB-4CB6-BF05-EF8498AC17C6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F0CF43-D69F-4592-A11D-8E75D2870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21F21-3E2B-415A-A289-8920BD9C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69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EA5FA-9330-4C7E-A250-1EAA0630C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0959E-3DDB-4B71-8A94-61A738A108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E17851-2933-4D7F-A1BC-0BF78CA7A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0A9F2-CC26-482F-A763-963EDE51F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507DE-3916-4C43-A51D-EFCC105D783D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E20A6-FFDB-488B-BC97-3A92ACF98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489609-3A70-4A69-8910-A67DCBDC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579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EF41C-015D-45C9-999D-A5AB60E89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DF0BD-E5DB-4BF5-B2A3-6D8316728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3601A6-3DD3-4994-8EF4-AFFBDD001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591F91-4ED1-4335-B077-96C81029AA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08A964-0BE9-4B38-890A-A1C8A05AFC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0B803-CA00-419E-A5B7-8000DD66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2DA68-3713-41A6-B01B-C3BF9E194E9C}" type="datetime1">
              <a:rPr lang="en-US" smtClean="0"/>
              <a:t>5/1/2022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8F77A8-8707-49C1-A01B-09920BC17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5B9E2B-6D99-4DFB-A8AF-6A1C4F3A6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44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CE6DF-1D38-44EA-AE2A-8520C9504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CFAD2F-7F94-465F-947A-1DB1C60D5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A30BC-BFDE-4065-96BF-F3EBC6E0977E}" type="datetime1">
              <a:rPr lang="en-US" smtClean="0"/>
              <a:t>5/1/2022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37B648-7617-4BCE-8BA3-198AFA46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972DB-C3BA-4A9F-903B-D5C2EB691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08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A33A1A-62F0-4A7E-A095-50947D073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DFCD8-3A7C-425A-AC81-564B540F3A2D}" type="datetime1">
              <a:rPr lang="en-US" smtClean="0"/>
              <a:t>5/1/2022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11EC46-71CE-4E54-95B6-BE3BE5E72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4CC38-200E-4597-AEB0-2271B16B2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99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B2DA-DDCD-439A-A551-94F8E6D37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34FE8-E6C8-486B-9B4C-57783C2BA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84B43-FC5E-4705-B6B1-F19947CE34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AA1D14-4991-4F0D-8B69-A0C0D0DE9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0920A-2134-4246-9194-1BC4088EA267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05366B-AFD6-4838-B774-725623A0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437540-28C7-4A28-B26B-ECB90292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990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5BDC3-5EDD-4D8C-93FC-B1BC1BCF9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2808B2-994F-4779-8A37-E1642A0CC0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DA7A87-B915-4723-98CA-758FF9213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B3F15C-CC7A-48F9-A67A-4B8F82AD1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B3325-00DC-4D8A-BB70-87854E75FB38}" type="datetime1">
              <a:rPr lang="en-US" smtClean="0"/>
              <a:t>5/1/2022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1ADBF6-9DC6-45A3-9817-2FB95449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AE506F-155F-4F09-B06C-3232290BA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68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9594-1776-4A86-A3C2-EACE98898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309DA9-BBBC-48F2-90ED-B9B0488E9B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8C750C-8ADA-430C-A2D0-53CC037D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64EC3-A3E7-4172-B43E-FD4061CFB9A4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B40D0-90BB-462C-AF19-C030A8A14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DF047-424B-4285-8DD5-25329BE06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105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9E99D8-FE28-4C90-8396-F273A77A7A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255CBD-44EA-4E66-AD12-59CBE7129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736EE-F4B6-44CC-9298-AEE8CE455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DC802-B28D-429E-8E14-5311387D8B27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59CED-035F-4BD6-907A-BA3C1BBA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21601-80F2-4311-A4EC-36630F79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9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4CFF5-B5E0-45C2-9144-C4C86EA8C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04123B-0BAC-4F0D-A845-06F5C2CC6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121D9-9343-4009-A5CB-0220884F92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4F47BB-ECAE-4D01-B458-00773471D056}" type="datetime1">
              <a:rPr lang="en-US" smtClean="0"/>
              <a:t>5/1/2022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EB170-2B52-4CF5-A712-08F2F04C50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244E9-201D-478F-93B0-FA37693BB2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CD295-7A43-4717-91CD-AFFC5719F4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29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0E5FE-9D08-4528-BE79-F255F2EBA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I/O Systems</a:t>
            </a:r>
            <a:br>
              <a:rPr lang="en-US" dirty="0"/>
            </a:br>
            <a:r>
              <a:rPr lang="en-US" dirty="0"/>
              <a:t>Lesson 6</a:t>
            </a:r>
            <a:br>
              <a:rPr lang="en-US" dirty="0"/>
            </a:br>
            <a:r>
              <a:rPr lang="en-US" dirty="0"/>
              <a:t>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DD1B18-6A18-4CD8-9978-4AEA3A17C4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2021, Spring 2022</a:t>
            </a:r>
          </a:p>
        </p:txBody>
      </p:sp>
    </p:spTree>
    <p:extLst>
      <p:ext uri="{BB962C8B-B14F-4D97-AF65-F5344CB8AC3E}">
        <p14:creationId xmlns:p14="http://schemas.microsoft.com/office/powerpoint/2010/main" val="2019500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39F1-3056-4A2C-97AC-616B4F60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9A92-6A0D-4368-BA9F-8263BFA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I/O subsystem</a:t>
            </a:r>
          </a:p>
          <a:p>
            <a:r>
              <a:rPr lang="en-US" dirty="0"/>
              <a:t>I/O hardware Control</a:t>
            </a:r>
          </a:p>
          <a:p>
            <a:pPr lvl="1"/>
            <a:r>
              <a:rPr lang="en-US" dirty="0"/>
              <a:t>Memory-mapped I/O</a:t>
            </a:r>
          </a:p>
          <a:p>
            <a:pPr lvl="1"/>
            <a:r>
              <a:rPr lang="en-US" dirty="0"/>
              <a:t>Polling</a:t>
            </a:r>
          </a:p>
          <a:p>
            <a:pPr lvl="1"/>
            <a:r>
              <a:rPr lang="en-US" dirty="0"/>
              <a:t>Interrupt</a:t>
            </a:r>
          </a:p>
          <a:p>
            <a:pPr lvl="1"/>
            <a:r>
              <a:rPr lang="en-US" dirty="0"/>
              <a:t>Direct memory access</a:t>
            </a:r>
          </a:p>
          <a:p>
            <a:r>
              <a:rPr lang="en-US" dirty="0"/>
              <a:t>Application I/O interface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B7B08-CEB2-4815-A4B1-DB7D9DC9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00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39F1-3056-4A2C-97AC-616B4F60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9A92-6A0D-4368-BA9F-8263BFA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 I/O interface</a:t>
            </a:r>
          </a:p>
          <a:p>
            <a:pPr lvl="1"/>
            <a:r>
              <a:rPr lang="en-US" dirty="0"/>
              <a:t>Characterizes of I/O devices</a:t>
            </a:r>
          </a:p>
          <a:p>
            <a:pPr lvl="1"/>
            <a:r>
              <a:rPr lang="en-US" dirty="0"/>
              <a:t>Block and Character Devices</a:t>
            </a:r>
          </a:p>
          <a:p>
            <a:pPr lvl="1"/>
            <a:r>
              <a:rPr lang="en-US" dirty="0"/>
              <a:t>Network Devices</a:t>
            </a:r>
          </a:p>
          <a:p>
            <a:pPr lvl="1"/>
            <a:r>
              <a:rPr lang="en-US" dirty="0"/>
              <a:t>Clocks and Timers</a:t>
            </a:r>
          </a:p>
          <a:p>
            <a:pPr lvl="1"/>
            <a:r>
              <a:rPr lang="en-US" dirty="0"/>
              <a:t>Nonblocking and Asynchronous I/O</a:t>
            </a:r>
          </a:p>
          <a:p>
            <a:pPr lvl="1"/>
            <a:r>
              <a:rPr lang="en-US" dirty="0"/>
              <a:t>Vectored I/O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B7B08-CEB2-4815-A4B1-DB7D9DC9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36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39F1-3056-4A2C-97AC-616B4F60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9A92-6A0D-4368-BA9F-8263BFA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Kernel I/O Subsystem</a:t>
            </a:r>
          </a:p>
          <a:p>
            <a:pPr lvl="1"/>
            <a:r>
              <a:rPr lang="en-US" dirty="0"/>
              <a:t>I/O scheduling</a:t>
            </a:r>
          </a:p>
          <a:p>
            <a:pPr lvl="1"/>
            <a:r>
              <a:rPr lang="en-US" dirty="0"/>
              <a:t>Buffering</a:t>
            </a:r>
          </a:p>
          <a:p>
            <a:pPr lvl="1"/>
            <a:r>
              <a:rPr lang="en-US" dirty="0"/>
              <a:t>Caching</a:t>
            </a:r>
          </a:p>
          <a:p>
            <a:pPr lvl="1"/>
            <a:r>
              <a:rPr lang="en-US" dirty="0"/>
              <a:t>Spooling and device reservation</a:t>
            </a:r>
          </a:p>
          <a:p>
            <a:pPr lvl="1"/>
            <a:r>
              <a:rPr lang="en-US" dirty="0"/>
              <a:t>Error handling</a:t>
            </a:r>
          </a:p>
          <a:p>
            <a:pPr lvl="1"/>
            <a:r>
              <a:rPr lang="en-US" dirty="0"/>
              <a:t>I/O protection</a:t>
            </a:r>
          </a:p>
          <a:p>
            <a:pPr lvl="1"/>
            <a:r>
              <a:rPr lang="en-US" dirty="0"/>
              <a:t>Kernel Data Structure</a:t>
            </a:r>
          </a:p>
          <a:p>
            <a:pPr lvl="1"/>
            <a:r>
              <a:rPr lang="en-US" dirty="0"/>
              <a:t>Power management</a:t>
            </a:r>
          </a:p>
          <a:p>
            <a:pPr lvl="1"/>
            <a:r>
              <a:rPr lang="en-US" dirty="0"/>
              <a:t>Transforming I/O requests to hardware operations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B7B08-CEB2-4815-A4B1-DB7D9DC9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34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A39F1-3056-4A2C-97AC-616B4F600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Concepts 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9A92-6A0D-4368-BA9F-8263BFA12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STREAMS</a:t>
            </a:r>
          </a:p>
          <a:p>
            <a:pPr lvl="1"/>
            <a:r>
              <a:rPr lang="en-US" dirty="0"/>
              <a:t>Read and write queues</a:t>
            </a:r>
          </a:p>
          <a:p>
            <a:pPr lvl="1"/>
            <a:r>
              <a:rPr lang="en-US" dirty="0"/>
              <a:t>Stream head and driver end</a:t>
            </a:r>
          </a:p>
          <a:p>
            <a:pPr lvl="1"/>
            <a:r>
              <a:rPr lang="en-US" dirty="0"/>
              <a:t>When nonblocking and when blocking</a:t>
            </a:r>
          </a:p>
          <a:p>
            <a:pPr lvl="1"/>
            <a:r>
              <a:rPr lang="en-US" dirty="0"/>
              <a:t>Interrupt usage</a:t>
            </a:r>
          </a:p>
          <a:p>
            <a:r>
              <a:rPr lang="en-US" dirty="0"/>
              <a:t>Performance</a:t>
            </a:r>
          </a:p>
          <a:p>
            <a:pPr lvl="1"/>
            <a:r>
              <a:rPr lang="en-US" dirty="0"/>
              <a:t>Hardware vs software implementations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B7B08-CEB2-4815-A4B1-DB7D9DC9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7CD295-7A43-4717-91CD-AFFC5719F47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775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141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I/O Systems Lesson 6 Review</vt:lpstr>
      <vt:lpstr>Important Concepts 1</vt:lpstr>
      <vt:lpstr>Important Concepts 2</vt:lpstr>
      <vt:lpstr>Important Concepts 3</vt:lpstr>
      <vt:lpstr>Important Concepts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I/O Systems Lesson 6 Review</dc:title>
  <dc:creator>David Liu</dc:creator>
  <cp:lastModifiedBy>David Liu</cp:lastModifiedBy>
  <cp:revision>3</cp:revision>
  <dcterms:created xsi:type="dcterms:W3CDTF">2022-05-01T18:31:35Z</dcterms:created>
  <dcterms:modified xsi:type="dcterms:W3CDTF">2022-05-01T18:49:00Z</dcterms:modified>
</cp:coreProperties>
</file>