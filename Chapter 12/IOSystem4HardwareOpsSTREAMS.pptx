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366" r:id="rId3"/>
    <p:sldId id="367" r:id="rId4"/>
    <p:sldId id="368" r:id="rId5"/>
    <p:sldId id="3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AC67C-906A-46C3-AFB6-9EA67B1FF60D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FC731-63C4-4F17-B17A-21F425896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788AB3F8-5AF8-409B-B473-30FE2D55BE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1FDCB5-E2F9-4053-A98F-C46902805F8D}" type="slidenum">
              <a:rPr lang="en-US" altLang="en-US" smtClean="0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B99C4D8C-97F3-4314-A0C3-8456F73762C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0A240E57-23B2-4CBA-B410-44C561C7C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95A7206A-C331-4125-8767-0909A367D4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5B4B20E-D519-4DE9-B7FB-596295AE5834}" type="slidenum">
              <a:rPr lang="en-US" altLang="en-US" smtClean="0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1C540F91-1504-4F73-9EEF-A31F5565378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D48487C-6E5D-47F0-936D-37A32926B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D8E3D696-4358-4116-8922-FC01061727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99B7484-3A83-40CF-8B2B-661DEDEE7E55}" type="slidenum">
              <a:rPr lang="en-US" altLang="en-US" smtClean="0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C0F9DFE9-20BB-493F-88B8-7A3FC14D42A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273BCFE8-7F01-46D9-8E26-D733E0417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A86CC8DC-AF55-4C66-B2E8-FAF26AC4D0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95E5A6-50D4-491C-92AC-90A4E78AB331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E3D0AE15-E4D1-4AE1-BE6F-8EF358094A5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B98C4FF4-F794-441C-BA2B-856FA57208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9DD1-FDBB-47E2-8C24-B694E9D2D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A3E85-7762-415A-BA51-5A8275D71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3EDF7-9FD1-4220-AD73-DB687FDF1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030F-E1FC-4AE0-82E1-38BB81F190E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0AF24-5556-4CE6-B603-0E3452FF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8CD75-7F64-42FE-9180-D4A75492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C5EA-D178-45D0-9C9C-76070BDC9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3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1F95-1043-4D97-A840-94693951E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F2ABB-0DE0-402C-B6E4-3B0D7D555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332BE-31A9-4ADC-B523-3F70F14BC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030F-E1FC-4AE0-82E1-38BB81F190E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7AEF8-0DE1-49A1-AF83-71F328174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7F70E-017D-4B49-9F85-94235CB8F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C5EA-D178-45D0-9C9C-76070BDC9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4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3E1C7-4D78-4303-99A0-8ADF1F6FB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833CA-753A-44DE-B575-66AD9ACE7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DA146-865A-4A0F-B388-27AD2037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030F-E1FC-4AE0-82E1-38BB81F190E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624DB-848E-4825-8490-DE204B427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F0802-E862-4E4B-A100-48A6233C0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C5EA-D178-45D0-9C9C-76070BDC9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3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B5A7-B35A-49A9-BCDB-9506C68E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1C60C-4510-4265-A536-5552CE8EC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795D3-D0B9-4AC7-9F67-D4D1F9E37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390CE-9D3F-4AF7-A966-10A7B670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030F-E1FC-4AE0-82E1-38BB81F190E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E31F0-9A62-42EA-BB22-DC49D70AD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371E5-7D45-46FD-BE1F-A27EF4A0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C5EA-D178-45D0-9C9C-76070BDC9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9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69F7-70EB-4102-9A14-F3637EF6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5FCB3-22BE-455A-B188-83A6A8162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3752A-8B6F-4F0E-9AF7-36404C422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C1FF3-D91E-43AA-BCAF-9B6C26F8F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EFB90-9770-40A2-BE4D-064599099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F9EF8B-AB31-4739-9713-8D03ADA92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030F-E1FC-4AE0-82E1-38BB81F190E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7F0AD7-0E5B-4416-AB12-5507C60F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3B3B87-A96B-4EF0-BAF8-95BCECA8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C5EA-D178-45D0-9C9C-76070BDC9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0E2B-3FF7-4C07-A13A-34F0AE85E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5E17CC-ACA2-4260-88D9-22BB22B0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030F-E1FC-4AE0-82E1-38BB81F190E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DB2007-E189-45D8-8817-333CFDEA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898D2-917B-4A99-B5C6-D07A1DD2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C5EA-D178-45D0-9C9C-76070BDC9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63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4F786C-0541-4791-B28A-AD14EB0CA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030F-E1FC-4AE0-82E1-38BB81F190E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3626B3-C49F-45FF-BD68-8DA70B94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2863C-C76E-4C2B-B4ED-6CFFAE19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C5EA-D178-45D0-9C9C-76070BDC9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6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B987-12C7-4222-ADFF-4B2D85C21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7256F-654C-4B6D-8AAF-FDEC1139F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DB208-C0AB-4BC1-AAEE-908C38D74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CEDE9-FCDA-43A5-9BAF-4ED721B8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030F-E1FC-4AE0-82E1-38BB81F190E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45005-6595-40DA-A25A-A035CB1B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C4961-A9F6-4861-8D26-8269FE73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C5EA-D178-45D0-9C9C-76070BDC9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3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3E31-E503-4465-A9C3-F7B125EA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C227B-DB37-4B6B-9183-17650A92A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3904E-1580-4250-BFF9-B013ED433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B0900-C284-43E3-833A-973A06CD2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030F-E1FC-4AE0-82E1-38BB81F190E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58E1F-929B-4690-B20B-BF93A662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1FF3B-36F7-48AE-A8C5-214342F4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C5EA-D178-45D0-9C9C-76070BDC9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29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D746-BFCB-4B71-AF0A-ED4028ABD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9D61E-677E-4DF0-8248-348C0A06B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43C43-F12D-4B0F-893A-A5399E6B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030F-E1FC-4AE0-82E1-38BB81F190E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72EE2-692E-4D46-9B55-6A95EA615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0F68C-6899-4C47-9E99-9A450B5C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C5EA-D178-45D0-9C9C-76070BDC9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6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6A4B59-7856-4F6C-B3EF-498655669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72759-FF1A-4A0A-A487-BF611DCA5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E98BC-21A1-49A5-907B-2AF6B708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030F-E1FC-4AE0-82E1-38BB81F190E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ED606-B0BF-4176-922A-775BD4A2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59F92-F3D7-43A3-BC4F-EB39FC769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C5EA-D178-45D0-9C9C-76070BDC9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8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03155C-E28D-4AF3-B166-62502A7D8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8AD14-54C6-4005-BBBE-1BA10363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16353-9E7B-4EDB-95F5-EAEA536AA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E030F-E1FC-4AE0-82E1-38BB81F190E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8C198-283A-44EC-A608-8819DA4F6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EB0DB-C077-42A2-849F-F2C35A521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9C5EA-D178-45D0-9C9C-76070BDC9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80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E5FE-9D08-4528-BE79-F255F2EBA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I/O Systems</a:t>
            </a:r>
            <a:br>
              <a:rPr lang="en-US" dirty="0"/>
            </a:br>
            <a:r>
              <a:rPr lang="en-US" dirty="0"/>
              <a:t>Lesson 4</a:t>
            </a:r>
            <a:br>
              <a:rPr lang="en-US" dirty="0"/>
            </a:br>
            <a:r>
              <a:rPr lang="en-US"/>
              <a:t>Hardware Ops &amp; STREAMS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D1B18-6A18-4CD8-9978-4AEA3A17C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</a:t>
            </a:r>
          </a:p>
        </p:txBody>
      </p:sp>
    </p:spTree>
    <p:extLst>
      <p:ext uri="{BB962C8B-B14F-4D97-AF65-F5344CB8AC3E}">
        <p14:creationId xmlns:p14="http://schemas.microsoft.com/office/powerpoint/2010/main" val="201950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C488E8EB-DE79-4E67-A086-81D23DF5B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8464" y="182563"/>
            <a:ext cx="8997626" cy="5762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/>
              <a:t>Transforming I/O Requests to Hardware Operations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1CE1AB0D-029F-4550-ACBA-F9A5E896E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2489" y="1163637"/>
            <a:ext cx="8388962" cy="4631235"/>
          </a:xfrm>
        </p:spPr>
        <p:txBody>
          <a:bodyPr/>
          <a:lstStyle/>
          <a:p>
            <a:r>
              <a:rPr lang="en-US" altLang="en-US" dirty="0"/>
              <a:t>Consider reading a file from disk for a process:</a:t>
            </a:r>
          </a:p>
          <a:p>
            <a:pPr lvl="1"/>
            <a:r>
              <a:rPr lang="en-US" altLang="en-US" dirty="0"/>
              <a:t>Determine device holding file </a:t>
            </a:r>
          </a:p>
          <a:p>
            <a:pPr lvl="1"/>
            <a:r>
              <a:rPr lang="en-US" altLang="en-US" dirty="0"/>
              <a:t>Translate name to device representation</a:t>
            </a:r>
          </a:p>
          <a:p>
            <a:pPr lvl="1"/>
            <a:r>
              <a:rPr lang="en-US" altLang="en-US" dirty="0"/>
              <a:t>Physically read data from disk into buffer</a:t>
            </a:r>
          </a:p>
          <a:p>
            <a:pPr lvl="1"/>
            <a:r>
              <a:rPr lang="en-US" altLang="en-US" dirty="0"/>
              <a:t>Make data available to requesting process</a:t>
            </a:r>
          </a:p>
          <a:p>
            <a:pPr lvl="1"/>
            <a:r>
              <a:rPr lang="en-US" altLang="en-US" dirty="0"/>
              <a:t>Return control to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29EFE5D-3F14-48AE-8749-14CAAC5729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9514" y="155576"/>
            <a:ext cx="776128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Life Cycle of An I/O Request</a:t>
            </a:r>
            <a:endParaRPr lang="en-US" altLang="en-US" sz="2400"/>
          </a:p>
        </p:txBody>
      </p:sp>
      <p:pic>
        <p:nvPicPr>
          <p:cNvPr id="80899" name="Picture 2">
            <a:extLst>
              <a:ext uri="{FF2B5EF4-FFF2-40B4-BE49-F238E27FC236}">
                <a16:creationId xmlns:a16="http://schemas.microsoft.com/office/drawing/2014/main" id="{9C004774-AE69-416B-AD45-6D60F0809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044" y="996321"/>
            <a:ext cx="6362700" cy="502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5F32391C-56FA-4AD1-A87B-155B953EF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22514" y="114301"/>
            <a:ext cx="788828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STREAMS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4F4FABFB-0A66-4154-8A23-E82352C59A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33581" y="1163637"/>
            <a:ext cx="6864350" cy="453072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b="1" dirty="0">
                <a:solidFill>
                  <a:srgbClr val="3366FF"/>
                </a:solidFill>
              </a:rPr>
              <a:t>STREAM</a:t>
            </a:r>
            <a:r>
              <a:rPr lang="en-US" altLang="en-US" dirty="0"/>
              <a:t> – a full-duplex communication channel between a user-level process and a device in Unix System V and beyond</a:t>
            </a:r>
            <a:endParaRPr lang="en-US" altLang="en-US" sz="800" dirty="0"/>
          </a:p>
          <a:p>
            <a:r>
              <a:rPr lang="en-US" altLang="en-US" dirty="0"/>
              <a:t>A STREAM consists of:</a:t>
            </a:r>
          </a:p>
          <a:p>
            <a:pPr lvl="1"/>
            <a:r>
              <a:rPr lang="en-US" altLang="en-US" dirty="0"/>
              <a:t>STREAM head interfaces with the user process</a:t>
            </a:r>
          </a:p>
          <a:p>
            <a:pPr lvl="1"/>
            <a:r>
              <a:rPr lang="en-US" altLang="en-US" dirty="0"/>
              <a:t>driver end interfaces with the device</a:t>
            </a:r>
          </a:p>
          <a:p>
            <a:pPr lvl="1"/>
            <a:r>
              <a:rPr lang="en-US" altLang="en-US" dirty="0"/>
              <a:t>zero or more STREAM modules between them</a:t>
            </a:r>
            <a:endParaRPr lang="en-US" altLang="en-US" sz="800" dirty="0"/>
          </a:p>
          <a:p>
            <a:r>
              <a:rPr lang="en-US" altLang="en-US" dirty="0"/>
              <a:t>Each module contains a </a:t>
            </a:r>
            <a:r>
              <a:rPr lang="en-US" altLang="en-US" b="1" dirty="0">
                <a:solidFill>
                  <a:srgbClr val="3366FF"/>
                </a:solidFill>
              </a:rPr>
              <a:t>read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queue</a:t>
            </a:r>
            <a:r>
              <a:rPr lang="en-US" altLang="en-US" dirty="0"/>
              <a:t> and a </a:t>
            </a:r>
            <a:r>
              <a:rPr lang="en-US" altLang="en-US" b="1" dirty="0">
                <a:solidFill>
                  <a:srgbClr val="3366FF"/>
                </a:solidFill>
              </a:rPr>
              <a:t>write queue</a:t>
            </a:r>
          </a:p>
          <a:p>
            <a:endParaRPr lang="en-US" altLang="en-US" sz="800" dirty="0"/>
          </a:p>
          <a:p>
            <a:r>
              <a:rPr lang="en-US" altLang="en-US" dirty="0"/>
              <a:t>Message passing is used to communicate between queues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Flow control </a:t>
            </a:r>
            <a:r>
              <a:rPr lang="en-US" altLang="en-US" dirty="0"/>
              <a:t>option to indicate available or busy</a:t>
            </a:r>
            <a:endParaRPr lang="en-US" altLang="en-US" sz="800" dirty="0"/>
          </a:p>
          <a:p>
            <a:r>
              <a:rPr lang="en-US" altLang="en-US" dirty="0"/>
              <a:t>Asynchronous internally, synchronous where user process communicates with stream 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4B91995-9F00-4978-9187-12A6827941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1125" y="177801"/>
            <a:ext cx="7772400" cy="5445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The </a:t>
            </a:r>
            <a:r>
              <a:rPr lang="en-US" altLang="en-US" sz="2800"/>
              <a:t>STREAMS</a:t>
            </a:r>
            <a:r>
              <a:rPr lang="en-US" altLang="en-US"/>
              <a:t> Structure</a:t>
            </a:r>
            <a:endParaRPr lang="en-US" altLang="en-US" sz="2400"/>
          </a:p>
        </p:txBody>
      </p:sp>
      <p:pic>
        <p:nvPicPr>
          <p:cNvPr id="84995" name="Picture 2">
            <a:extLst>
              <a:ext uri="{FF2B5EF4-FFF2-40B4-BE49-F238E27FC236}">
                <a16:creationId xmlns:a16="http://schemas.microsoft.com/office/drawing/2014/main" id="{8710242B-002E-472D-B37E-A71F3E4B7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700" y="1181101"/>
            <a:ext cx="4548188" cy="472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157</Words>
  <Application>Microsoft Office PowerPoint</Application>
  <PresentationFormat>Widescreen</PresentationFormat>
  <Paragraphs>27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MS PGothic</vt:lpstr>
      <vt:lpstr>Arial</vt:lpstr>
      <vt:lpstr>Calibri</vt:lpstr>
      <vt:lpstr>Calibri Light</vt:lpstr>
      <vt:lpstr>Helvetica</vt:lpstr>
      <vt:lpstr>Times New Roman</vt:lpstr>
      <vt:lpstr>Office Theme</vt:lpstr>
      <vt:lpstr>I/O Systems Lesson 4 Hardware Ops &amp; STREAMS</vt:lpstr>
      <vt:lpstr>Transforming I/O Requests to Hardware Operations</vt:lpstr>
      <vt:lpstr>Life Cycle of An I/O Request</vt:lpstr>
      <vt:lpstr>STREAMS</vt:lpstr>
      <vt:lpstr>The STREAMS Structure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I/O Systems Lesson 4 Hardware Operations</dc:title>
  <dc:creator>David Liu</dc:creator>
  <cp:lastModifiedBy>David Liu</cp:lastModifiedBy>
  <cp:revision>2</cp:revision>
  <dcterms:created xsi:type="dcterms:W3CDTF">2021-12-01T16:20:19Z</dcterms:created>
  <dcterms:modified xsi:type="dcterms:W3CDTF">2021-12-01T16:23:01Z</dcterms:modified>
</cp:coreProperties>
</file>