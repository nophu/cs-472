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7" r:id="rId4"/>
    <p:sldId id="258" r:id="rId5"/>
    <p:sldId id="259" r:id="rId6"/>
    <p:sldId id="272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69596-030D-426B-81C3-ACA7247D14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613625-F15A-484D-AAE1-92EEF4C840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419D5-8A3E-44A1-93AB-3913F353C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A18F9-7670-4143-B67D-F66BE8BFEDA5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91F08-1FC4-479F-9289-0E1528620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EB573-09B0-4B01-873D-4B6CC6D70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2C825-E8AF-461F-9C8B-D2066B828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19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CEF01-D943-4259-B34A-D36724797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56816-5302-4F3C-B479-FD0C6CA56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24B25-1989-4F62-AF18-EF75E2D65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A18F9-7670-4143-B67D-F66BE8BFEDA5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4B4DF-0B0E-4AA7-9C8B-0D132BED4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BE497-E5E8-4C71-869E-8A69B6633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2C825-E8AF-461F-9C8B-D2066B828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502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22289-68B1-40B9-8D3D-1AA6189A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777D8-724C-474A-966F-1E82C974A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189BF-9F49-4527-90DF-24991B7DF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A18F9-7670-4143-B67D-F66BE8BFEDA5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43639-73E4-4ECB-82E0-F36F6807E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1343F-794F-4556-A4E5-BB11DA370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2C825-E8AF-461F-9C8B-D2066B828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89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B4C5C-EE52-480A-92F4-C255234DA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97F71-315A-4CFF-9D83-F02DD13754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9C6257-E802-487F-9FC8-E5D4DF079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C584DB-B3E6-4344-B5F0-D657E3D50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A18F9-7670-4143-B67D-F66BE8BFEDA5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8C599E-D0CE-4B97-A07D-1403C6394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24137-6423-4CFF-BA44-DFE20D6BD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2C825-E8AF-461F-9C8B-D2066B828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899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063A2-F17E-4C5E-BF48-80D4A7AF0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017F6-2078-46BF-A542-56BDAA4E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9B9B5F-CF9E-400A-AF75-2396C0FB5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2873C5-9F6F-48A0-B623-CBA7986C95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C83370-8649-4218-A723-6329A12E0D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502DF3-AE72-4F97-8FA3-2DD53B318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A18F9-7670-4143-B67D-F66BE8BFEDA5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70ECCB-E35B-4C9F-B1F9-8565EF0DC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3B1ECC-45EC-40B6-B880-A98BA32AD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2C825-E8AF-461F-9C8B-D2066B828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02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21D92-D711-4DCF-8C22-9B50DFFF8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DD2925-8464-487F-93C1-BA34D8922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A18F9-7670-4143-B67D-F66BE8BFEDA5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9F3ABF-297A-4CC4-A4A0-74F2FFA20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2CADA1-A8D6-425B-B90F-7C4FE4E5D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2C825-E8AF-461F-9C8B-D2066B828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54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4A490F-6AA4-4932-AC00-E4A2DC5F0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A18F9-7670-4143-B67D-F66BE8BFEDA5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3BAD07-F78F-48A7-9EFB-8EBA909FA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AD7A6-E4A2-4AB1-899C-83D527583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2C825-E8AF-461F-9C8B-D2066B828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556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2C196-300D-42C4-9855-438EF2623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20354-2FDD-45A3-A838-C6C8543C0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7F7A39-2FDE-466C-B99A-CAEAFD391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8A27B6-0C4F-4C3F-94DF-ADFC87096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A18F9-7670-4143-B67D-F66BE8BFEDA5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9A3DAC-2F47-4B7D-8451-65B7D18C7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3D3591-9C18-427A-9B4D-FDD336D94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2C825-E8AF-461F-9C8B-D2066B828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01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CD9AB-F098-42F7-9F2F-2C94A0EB8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874D44-5E2E-4E9A-9DF3-8A90250EE7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1693D4-8D1E-439E-9780-0D3ABA0B4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CF4082-71F3-4AB4-9DB3-815E6A32F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A18F9-7670-4143-B67D-F66BE8BFEDA5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666BE-C56D-48BC-B1CA-B0AD0E595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A72B9-320B-4698-814A-356D276E5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2C825-E8AF-461F-9C8B-D2066B828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875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E2D54-3DA0-4D43-89D2-DDB3C3C07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E4E9AD-68EB-4BF5-80A2-BC917453C8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41C74-3300-4DFC-9EB0-D046555E4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A18F9-7670-4143-B67D-F66BE8BFEDA5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0DA3B-C8C8-406A-AA53-D801E834E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EB184-1157-4430-9FD6-5D0CDDEDD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2C825-E8AF-461F-9C8B-D2066B828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405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482025-6539-48A4-A4EE-C3074124FD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850FD8-D83A-494A-8599-C74BA5635E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5EFA9-D80D-49B7-9BFE-DF9548631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A18F9-7670-4143-B67D-F66BE8BFEDA5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E8F76-BDB8-431C-8E98-0D4FDF89E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ADC88-7AC2-400A-A9D7-48F9C8E2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2C825-E8AF-461F-9C8B-D2066B828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587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BB7365-72F3-40CA-894A-6022E6B93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962B42-41BE-4299-87CF-FC41BB0AC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8D8C6-EFB1-4C9C-90A4-9424B73330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A18F9-7670-4143-B67D-F66BE8BFEDA5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535BB-438E-4F5C-8AE9-5DF61411DE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D0554-36C3-4770-AAD3-966027A21F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2C825-E8AF-461F-9C8B-D2066B828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090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46043-FC23-4A92-956A-D7A463EB75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OS Introduction 5</a:t>
            </a:r>
            <a:br>
              <a:rPr lang="en-US" dirty="0"/>
            </a:br>
            <a:r>
              <a:rPr lang="en-US" dirty="0"/>
              <a:t>Security, Virtualization, Distributed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76A3BA-4BE6-4CE1-8BC9-BBF293D3A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2021, Spring 2022</a:t>
            </a:r>
          </a:p>
        </p:txBody>
      </p:sp>
    </p:spTree>
    <p:extLst>
      <p:ext uri="{BB962C8B-B14F-4D97-AF65-F5344CB8AC3E}">
        <p14:creationId xmlns:p14="http://schemas.microsoft.com/office/powerpoint/2010/main" val="72619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57D93-5905-42A8-825A-67467675D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5A515-34F1-4456-BA38-2F9A35AF6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420" y="1540399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Discuss the role and importance of operating systems</a:t>
            </a:r>
          </a:p>
          <a:p>
            <a:r>
              <a:rPr lang="en-US" dirty="0"/>
              <a:t>Describe the general organization of a computer system and the role of interrupts</a:t>
            </a:r>
          </a:p>
          <a:p>
            <a:r>
              <a:rPr lang="en-US" dirty="0"/>
              <a:t>Describe the components in a modern, multiprocessor computer system</a:t>
            </a:r>
          </a:p>
          <a:p>
            <a:r>
              <a:rPr lang="en-US" dirty="0"/>
              <a:t>Illustrate the transition from user mode to kernel mode</a:t>
            </a:r>
          </a:p>
          <a:p>
            <a:pPr>
              <a:lnSpc>
                <a:spcPct val="100000"/>
              </a:lnSpc>
            </a:pPr>
            <a:r>
              <a:rPr lang="en-US" dirty="0"/>
              <a:t>Discuss how OS manages computing resources</a:t>
            </a:r>
          </a:p>
          <a:p>
            <a:r>
              <a:rPr lang="en-US" dirty="0">
                <a:solidFill>
                  <a:srgbClr val="FF0000"/>
                </a:solidFill>
              </a:rPr>
              <a:t>Distinguish between protection and security</a:t>
            </a:r>
          </a:p>
          <a:p>
            <a:pPr>
              <a:lnSpc>
                <a:spcPct val="100000"/>
              </a:lnSpc>
            </a:pPr>
            <a:r>
              <a:rPr lang="en-US" dirty="0"/>
              <a:t>Describe common data structures for OS</a:t>
            </a:r>
          </a:p>
          <a:p>
            <a:r>
              <a:rPr lang="en-US" dirty="0"/>
              <a:t>Discuss how operating systems are used in various computing environments</a:t>
            </a:r>
          </a:p>
          <a:p>
            <a:r>
              <a:rPr lang="en-US" dirty="0"/>
              <a:t>Provide examples of free and open-source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360599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DAD97-6790-441F-892D-A6BD532E4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and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5FC0E-0EA3-419F-BF73-A0299CCC1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Protection</a:t>
            </a:r>
          </a:p>
          <a:p>
            <a:pPr lvl="1"/>
            <a:r>
              <a:rPr lang="en-US" dirty="0"/>
              <a:t>Control access of processes or users to resource </a:t>
            </a:r>
          </a:p>
          <a:p>
            <a:pPr lvl="1"/>
            <a:r>
              <a:rPr lang="en-US" dirty="0"/>
              <a:t>Internal threats</a:t>
            </a:r>
          </a:p>
          <a:p>
            <a:pPr lvl="1"/>
            <a:r>
              <a:rPr lang="en-US" dirty="0"/>
              <a:t>Typically authorized vs unauthorized usage</a:t>
            </a:r>
          </a:p>
          <a:p>
            <a:r>
              <a:rPr lang="en-US" dirty="0"/>
              <a:t>Security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Mostly external threats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/>
              <a:t>User authentication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Denial of service, worms, viruses, identity theft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546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CC16D-9A42-48E0-9CA0-03AB1EE44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Emulation vs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53E7D-98E7-4BBB-815E-0DCD27FF3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43150" cy="4351338"/>
          </a:xfrm>
        </p:spPr>
        <p:txBody>
          <a:bodyPr/>
          <a:lstStyle/>
          <a:p>
            <a:r>
              <a:rPr lang="en-US" dirty="0"/>
              <a:t>Emulation</a:t>
            </a:r>
          </a:p>
          <a:p>
            <a:pPr lvl="1"/>
            <a:r>
              <a:rPr lang="en-US" dirty="0"/>
              <a:t>Simulate hardware in software: MS Word for Intel x86 CPU to run on ARM CPU (different CPU types)</a:t>
            </a:r>
          </a:p>
          <a:p>
            <a:pPr lvl="1"/>
            <a:r>
              <a:rPr lang="en-US" dirty="0"/>
              <a:t>Interpretation</a:t>
            </a:r>
          </a:p>
          <a:p>
            <a:r>
              <a:rPr lang="en-US" dirty="0"/>
              <a:t>Virtualization</a:t>
            </a:r>
          </a:p>
          <a:p>
            <a:pPr lvl="1"/>
            <a:r>
              <a:rPr lang="en-US" dirty="0"/>
              <a:t>Guest and host OS natively compiled for the same CPU type</a:t>
            </a:r>
          </a:p>
          <a:p>
            <a:pPr lvl="1"/>
            <a:r>
              <a:rPr lang="en-US" dirty="0"/>
              <a:t>Virtual machine manager for virtualization services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1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CB4CA-E31F-4304-A2A1-EBA34D71D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VMM without Host OS</a:t>
            </a:r>
          </a:p>
        </p:txBody>
      </p:sp>
      <p:pic>
        <p:nvPicPr>
          <p:cNvPr id="5" name="Picture 1" descr="1_20.pdf">
            <a:extLst>
              <a:ext uri="{FF2B5EF4-FFF2-40B4-BE49-F238E27FC236}">
                <a16:creationId xmlns:a16="http://schemas.microsoft.com/office/drawing/2014/main" id="{BA0CD79E-EE11-43BA-B9E7-D1209E5E1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284" y="1520607"/>
            <a:ext cx="6396037" cy="433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8247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4E39D-468C-42FF-B7B6-D334103B7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Hypervisor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1330971-990F-459A-8024-A22E526AA4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1032" y="1757800"/>
            <a:ext cx="7189818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83AAA2-F036-4A24-A455-FAB446D7DACF}"/>
              </a:ext>
            </a:extLst>
          </p:cNvPr>
          <p:cNvSpPr txBox="1"/>
          <p:nvPr/>
        </p:nvSpPr>
        <p:spPr>
          <a:xfrm>
            <a:off x="2650921" y="1321356"/>
            <a:ext cx="4033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https://en.wikipedia.org/wiki/Hypervisor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532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6BB65-1E69-4D29-AFDA-8DBD17E9A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F2D54-C8CB-42E9-A170-2473DC826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Distributed system</a:t>
            </a:r>
          </a:p>
          <a:p>
            <a:pPr lvl="1"/>
            <a:r>
              <a:rPr lang="en-US" dirty="0"/>
              <a:t>A collection of physically separate, possibly heterogeneous computer systems</a:t>
            </a:r>
          </a:p>
          <a:p>
            <a:pPr lvl="1"/>
            <a:r>
              <a:rPr lang="en-US" dirty="0"/>
              <a:t>Networked</a:t>
            </a:r>
          </a:p>
          <a:p>
            <a:pPr lvl="1"/>
            <a:r>
              <a:rPr lang="en-US" dirty="0"/>
              <a:t>Users to access to various resources</a:t>
            </a:r>
          </a:p>
          <a:p>
            <a:r>
              <a:rPr lang="en-US" dirty="0"/>
              <a:t>NOS – Network Operating Systems</a:t>
            </a:r>
          </a:p>
          <a:p>
            <a:pPr lvl="1"/>
            <a:r>
              <a:rPr lang="en-US" dirty="0"/>
              <a:t>File sharing across the network</a:t>
            </a:r>
          </a:p>
          <a:p>
            <a:pPr lvl="1"/>
            <a:r>
              <a:rPr lang="en-US" dirty="0"/>
              <a:t>Different processes on different computers to exchange messages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Illusion of a single system</a:t>
            </a:r>
          </a:p>
        </p:txBody>
      </p:sp>
    </p:spTree>
    <p:extLst>
      <p:ext uri="{BB962C8B-B14F-4D97-AF65-F5344CB8AC3E}">
        <p14:creationId xmlns:p14="http://schemas.microsoft.com/office/powerpoint/2010/main" val="1813732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233</Words>
  <Application>Microsoft Office PowerPoint</Application>
  <PresentationFormat>Widescreen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OS Introduction 5 Security, Virtualization, Distributed System</vt:lpstr>
      <vt:lpstr>Learning Objectives</vt:lpstr>
      <vt:lpstr>Security and Protection</vt:lpstr>
      <vt:lpstr>Emulation vs Virtualization</vt:lpstr>
      <vt:lpstr>VMM without Host OS</vt:lpstr>
      <vt:lpstr>Hypervisor</vt:lpstr>
      <vt:lpstr>Distributed Systems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 Introduction 4 Security, Virtualization, Distributed System</dc:title>
  <dc:creator>David Liu</dc:creator>
  <cp:lastModifiedBy>David Liu</cp:lastModifiedBy>
  <cp:revision>13</cp:revision>
  <dcterms:created xsi:type="dcterms:W3CDTF">2021-08-30T16:53:43Z</dcterms:created>
  <dcterms:modified xsi:type="dcterms:W3CDTF">2022-01-18T17:26:57Z</dcterms:modified>
</cp:coreProperties>
</file>