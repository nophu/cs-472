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5" r:id="rId6"/>
    <p:sldId id="257" r:id="rId7"/>
    <p:sldId id="278" r:id="rId8"/>
    <p:sldId id="276" r:id="rId9"/>
    <p:sldId id="277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9635FB-E971-4A4D-8851-BAF01EA8EA37}" v="27" dt="2021-08-25T15:04:55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D0B9F-DEB1-44FE-9A5C-EB095554F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724DF-FE0A-4DEE-833F-6EB6DE8CC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19D28-99A4-4C99-AEEF-28935921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D0EC7-11ED-4C18-A78D-B437482E6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042A2-1616-48B8-BE8F-A6D69CE9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2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FC21-878E-4BD7-9AF2-0B13CC73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41F21-2AA2-40D6-9FE9-DC25AB959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0A392-E2F2-43C3-93FC-303F39DFE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40B74-9DB1-4489-AF13-7D48011C0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AEA99-34AD-457C-B0C6-FC06BEAE0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7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43105-9A59-4E80-9494-26649A99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D3BC6-B15E-4E03-8003-915FED44B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32F01-5E2E-4C5B-BB92-7CA81CEC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70C2B-12B6-42A2-8B19-7EC6A9FEE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6E624-ACE7-4A67-AF8F-8DF6E12C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2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1D28-4B3E-4970-897D-D2A3E2EC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CFEDA-76C3-4A48-AC64-05039C2E4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0772F-5B8E-40B5-97F9-A6CF61B21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BA9E2-0ECB-4F9C-BCE8-2CEC92B3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23229-D816-4FD1-9F36-F037BE86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9843-8400-431D-93E5-524ADF53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7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EEC5-7242-4786-8117-36C8B09A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77FBB-82C7-4D2A-9917-97A344690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05418-D59A-4CA0-9883-74833AEFB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2A00F-35D1-47E5-8531-2664091C5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1075A-0E35-43A0-AF55-5D3553D14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7A648-3EC8-473F-8675-4E3E6F529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E33CA1-AADC-440F-B729-21AD3FA20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A9964D-B8C4-4D0D-B7F0-7466A5B4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1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4B439-76B8-4795-87F6-CA315642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4ACFE-A809-4F37-B1A2-4921AD1F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94C68-F397-4263-9246-A3239788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75F26-9E58-45CB-9309-1BAE56B1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2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C83E8F-AD0C-4DA0-944B-D59E586A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D8E03-464E-44AF-B776-367C8906A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2263A-39BC-4707-AC56-D0703F8C4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5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84A2-6ABB-4DF4-92CA-4312BBE1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38DF8-519B-420C-B46A-794470B2E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050BE-B85F-49B3-BE40-A00A9A426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38894-1E94-4B17-860F-532ED8B17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F62CC-CF3E-4F98-80F3-03E5C67F3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17BD8-CE44-4944-8E01-8E89ACDF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1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1929-20C5-4F2D-84C6-3CA7059A2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A2CEE-6040-449E-BCB6-52D4CD07B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EBFD7-6C45-4B1A-ABBF-632F04E52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E2B6A-3489-40CC-A7E5-DE18E5FC5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4746F-3409-40BA-80C7-7047899D3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70290-C144-4D93-B883-199E1650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4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7FD11-EF6F-45A8-BE02-D47CD4AA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F6C90-28D8-41C6-9082-FA77BF6D9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5C07C-0CB3-4F50-9936-92C1ED1F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18F98-9EA7-4A79-B237-8F819B2B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EAF1F-89FD-4694-9304-15C72BB0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0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05FF0-B1C9-4826-904A-B91ADD240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E1140-33A3-4A3D-89F9-0C280DD9F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AFDE4-0FE5-4CDA-A630-AA86F52B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6CA44-E5C1-47E5-B74E-A49663AF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31AF0-4281-46F1-9439-61A332DA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4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8FE551-4214-43EF-99B2-8EAE4BFE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A1021-1C4A-43D2-A7A9-AD0908BDC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B75E9-F066-47AE-AD64-7C0D69440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C0BD9-504A-4C5C-979C-1403B5B3F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9C370-E868-4961-B764-9D8ADB017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5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E33C9-1AED-47AC-B7FE-8C083E357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 </a:t>
            </a:r>
            <a:r>
              <a:rPr lang="en-US"/>
              <a:t>Introduction </a:t>
            </a:r>
            <a:r>
              <a:rPr lang="en-US" dirty="0"/>
              <a:t>3</a:t>
            </a:r>
            <a:br>
              <a:rPr lang="en-US" dirty="0"/>
            </a:br>
            <a:r>
              <a:rPr lang="en-US" dirty="0"/>
              <a:t>Computer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3DE18-E220-416F-9097-3518607CB1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Spring 2022, Fall 2024</a:t>
            </a:r>
          </a:p>
        </p:txBody>
      </p:sp>
    </p:spTree>
    <p:extLst>
      <p:ext uri="{BB962C8B-B14F-4D97-AF65-F5344CB8AC3E}">
        <p14:creationId xmlns:p14="http://schemas.microsoft.com/office/powerpoint/2010/main" val="3974251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7D93-5905-42A8-825A-67467675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A515-34F1-4456-BA38-2F9A35AF6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the role and importance of operating systems</a:t>
            </a:r>
          </a:p>
          <a:p>
            <a:r>
              <a:rPr lang="en-US" dirty="0"/>
              <a:t>Describe the general organization of a computer system and the role of interrupts</a:t>
            </a:r>
          </a:p>
          <a:p>
            <a:r>
              <a:rPr lang="en-US" dirty="0"/>
              <a:t>Describe the components in a modern, multiprocessor computer system</a:t>
            </a:r>
          </a:p>
          <a:p>
            <a:r>
              <a:rPr lang="en-US" dirty="0"/>
              <a:t>Illustrate the transition from user mode to kernel mode</a:t>
            </a:r>
          </a:p>
          <a:p>
            <a:r>
              <a:rPr lang="en-US" dirty="0"/>
              <a:t>Discuss how operating systems are used in various computing environments</a:t>
            </a:r>
          </a:p>
          <a:p>
            <a:r>
              <a:rPr lang="en-US" dirty="0"/>
              <a:t>Provide examples of free and open-source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6059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5679-0DBD-4873-AC16-EDC933581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70C3E-DF6E-4F0B-ADF2-A61890A81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about what kinds of interrupts there are? Are all interrupts equally important?</a:t>
            </a:r>
          </a:p>
          <a:p>
            <a:r>
              <a:rPr lang="en-US" dirty="0"/>
              <a:t>Describe a interrupt vector table design</a:t>
            </a:r>
          </a:p>
          <a:p>
            <a:r>
              <a:rPr lang="en-US" dirty="0"/>
              <a:t>How often CPU check interrupts?</a:t>
            </a:r>
          </a:p>
          <a:p>
            <a:r>
              <a:rPr lang="en-US" dirty="0"/>
              <a:t>How does interrupt handling affect system performance?</a:t>
            </a:r>
          </a:p>
        </p:txBody>
      </p:sp>
    </p:spTree>
    <p:extLst>
      <p:ext uri="{BB962C8B-B14F-4D97-AF65-F5344CB8AC3E}">
        <p14:creationId xmlns:p14="http://schemas.microsoft.com/office/powerpoint/2010/main" val="1707891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0905-709D-4026-8D28-EF6F78E7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Computer-System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BFC9-4816-47D4-AEDC-F23057606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Single-Processor Systems</a:t>
            </a:r>
          </a:p>
          <a:p>
            <a:r>
              <a:rPr lang="en-US" dirty="0"/>
              <a:t>Multi-Processor Systems</a:t>
            </a:r>
          </a:p>
          <a:p>
            <a:r>
              <a:rPr lang="en-US" dirty="0"/>
              <a:t>Clustered Systems</a:t>
            </a:r>
          </a:p>
        </p:txBody>
      </p:sp>
    </p:spTree>
    <p:extLst>
      <p:ext uri="{BB962C8B-B14F-4D97-AF65-F5344CB8AC3E}">
        <p14:creationId xmlns:p14="http://schemas.microsoft.com/office/powerpoint/2010/main" val="280173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A9E35-89C9-4588-B134-D8C44761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vs Multiprocessor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2850A-58EB-41CA-841A-34F1A3C08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of </a:t>
            </a:r>
            <a:r>
              <a:rPr lang="en-US" dirty="0">
                <a:solidFill>
                  <a:srgbClr val="FF0000"/>
                </a:solidFill>
              </a:rPr>
              <a:t>General</a:t>
            </a:r>
            <a:r>
              <a:rPr lang="en-US" dirty="0"/>
              <a:t>-Purpose Processor</a:t>
            </a:r>
          </a:p>
        </p:txBody>
      </p:sp>
    </p:spTree>
    <p:extLst>
      <p:ext uri="{BB962C8B-B14F-4D97-AF65-F5344CB8AC3E}">
        <p14:creationId xmlns:p14="http://schemas.microsoft.com/office/powerpoint/2010/main" val="405881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DA92D-63DD-4998-A4F5-A59A9F39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Multiprocessor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1B858-62D8-4598-942A-58A74AA71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Symmetric multiprocessing</a:t>
            </a:r>
          </a:p>
          <a:p>
            <a:pPr lvl="1"/>
            <a:r>
              <a:rPr lang="en-US" dirty="0"/>
              <a:t>Shared physical memory with bus</a:t>
            </a:r>
          </a:p>
          <a:p>
            <a:r>
              <a:rPr lang="en-US" dirty="0"/>
              <a:t> Interconnected Multiprocessors</a:t>
            </a:r>
          </a:p>
          <a:p>
            <a:pPr lvl="1"/>
            <a:r>
              <a:rPr lang="en-US" dirty="0"/>
              <a:t> non-uniform memory access (NUMA)</a:t>
            </a:r>
          </a:p>
        </p:txBody>
      </p:sp>
    </p:spTree>
    <p:extLst>
      <p:ext uri="{BB962C8B-B14F-4D97-AF65-F5344CB8AC3E}">
        <p14:creationId xmlns:p14="http://schemas.microsoft.com/office/powerpoint/2010/main" val="4078720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9932-514F-4089-B1CA-B4ED48478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Multiprocessors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2392E80-0C1D-415D-8738-7D66CC696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63" y="1854348"/>
            <a:ext cx="5051425" cy="382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FD98D4-9C4E-4BB4-BDFC-0AC3D4EABA09}"/>
              </a:ext>
            </a:extLst>
          </p:cNvPr>
          <p:cNvSpPr txBox="1"/>
          <p:nvPr/>
        </p:nvSpPr>
        <p:spPr>
          <a:xfrm>
            <a:off x="6925697" y="1403186"/>
            <a:ext cx="2849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Asymmetric Multiprocessing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2ECA2-2DA8-4336-856C-BC902A477414}"/>
              </a:ext>
            </a:extLst>
          </p:cNvPr>
          <p:cNvSpPr txBox="1"/>
          <p:nvPr/>
        </p:nvSpPr>
        <p:spPr>
          <a:xfrm>
            <a:off x="1694577" y="1449353"/>
            <a:ext cx="2733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Symmetric Multiprocessing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A8332-3723-4D38-986A-7C8B4420F257}"/>
              </a:ext>
            </a:extLst>
          </p:cNvPr>
          <p:cNvSpPr txBox="1"/>
          <p:nvPr/>
        </p:nvSpPr>
        <p:spPr>
          <a:xfrm>
            <a:off x="6696114" y="2227304"/>
            <a:ext cx="4030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all processors are treated equals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only one CPU runs OS</a:t>
            </a:r>
          </a:p>
        </p:txBody>
      </p:sp>
    </p:spTree>
    <p:extLst>
      <p:ext uri="{BB962C8B-B14F-4D97-AF65-F5344CB8AC3E}">
        <p14:creationId xmlns:p14="http://schemas.microsoft.com/office/powerpoint/2010/main" val="256098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0F88-7A39-424C-AB3D-85BFC537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Core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776952E-B98C-4F86-9D50-816040886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467" y="1382344"/>
            <a:ext cx="5238528" cy="467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7616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4C4BC-586C-4BEF-9BD8-44499DC6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Interconnected Multiprocessors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1459672-7082-4EA6-9F6B-346D680A3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607" y="1791069"/>
            <a:ext cx="4440238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96DB65-DE02-491D-BAE5-9DF1C39E024D}"/>
              </a:ext>
            </a:extLst>
          </p:cNvPr>
          <p:cNvSpPr txBox="1"/>
          <p:nvPr/>
        </p:nvSpPr>
        <p:spPr>
          <a:xfrm>
            <a:off x="7312647" y="2115879"/>
            <a:ext cx="2955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Challenge:</a:t>
            </a:r>
          </a:p>
          <a:p>
            <a:r>
              <a:rPr lang="en-US" dirty="0"/>
              <a:t>Non-Uniform Memory Access</a:t>
            </a:r>
          </a:p>
        </p:txBody>
      </p:sp>
    </p:spTree>
    <p:extLst>
      <p:ext uri="{BB962C8B-B14F-4D97-AF65-F5344CB8AC3E}">
        <p14:creationId xmlns:p14="http://schemas.microsoft.com/office/powerpoint/2010/main" val="2299135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B961-9D14-4065-B2EA-74B905E62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Clustered Systems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31E6839-45E9-4D9F-9BA4-273D648EE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653" y="2055036"/>
            <a:ext cx="6273007" cy="321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A98179-D9D8-4D77-A11D-C8E18EAFCF0D}"/>
              </a:ext>
            </a:extLst>
          </p:cNvPr>
          <p:cNvSpPr txBox="1"/>
          <p:nvPr/>
        </p:nvSpPr>
        <p:spPr>
          <a:xfrm>
            <a:off x="8261498" y="2055036"/>
            <a:ext cx="20201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Benefits: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Challenges: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97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8B82B6DC9B934B8A6F4E93EC1EB3F2" ma:contentTypeVersion="8" ma:contentTypeDescription="Create a new document." ma:contentTypeScope="" ma:versionID="bb3086e54c6e9df4f8672ad748b8b39f">
  <xsd:schema xmlns:xsd="http://www.w3.org/2001/XMLSchema" xmlns:xs="http://www.w3.org/2001/XMLSchema" xmlns:p="http://schemas.microsoft.com/office/2006/metadata/properties" xmlns:ns3="830b5502-767e-430d-95ec-02d53adf60ec" xmlns:ns4="5f4802cd-4a75-4983-9c82-4bf481d0a785" targetNamespace="http://schemas.microsoft.com/office/2006/metadata/properties" ma:root="true" ma:fieldsID="fb6fce34b1b4ab61c4c0ed965cb18f17" ns3:_="" ns4:_="">
    <xsd:import namespace="830b5502-767e-430d-95ec-02d53adf60ec"/>
    <xsd:import namespace="5f4802cd-4a75-4983-9c82-4bf481d0a78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AutoKeyPoints" minOccurs="0"/>
                <xsd:element ref="ns4:MediaServiceKeyPoints" minOccurs="0"/>
                <xsd:element ref="ns3:SharedWithDetails" minOccurs="0"/>
                <xsd:element ref="ns3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0b5502-767e-430d-95ec-02d53adf60e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4802cd-4a75-4983-9c82-4bf481d0a7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02FE5E-D83E-488B-935E-2CF4961853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AF6F52-09E8-4555-8B25-BA43BAFDB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0b5502-767e-430d-95ec-02d53adf60ec"/>
    <ds:schemaRef ds:uri="5f4802cd-4a75-4983-9c82-4bf481d0a7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CEFA23-7E12-4D23-9A43-70E87B37AC22}">
  <ds:schemaRefs>
    <ds:schemaRef ds:uri="830b5502-767e-430d-95ec-02d53adf60ec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5f4802cd-4a75-4983-9c82-4bf481d0a785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180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OS Introduction 3 Computer Architecture</vt:lpstr>
      <vt:lpstr>Learning Objectives</vt:lpstr>
      <vt:lpstr>Review Questions</vt:lpstr>
      <vt:lpstr>Computer-System Architecture</vt:lpstr>
      <vt:lpstr>Single vs Multiprocessor System</vt:lpstr>
      <vt:lpstr>Multiprocessor Systems</vt:lpstr>
      <vt:lpstr>Multiprocessors</vt:lpstr>
      <vt:lpstr>Multi Core</vt:lpstr>
      <vt:lpstr>Interconnected Multiprocessors</vt:lpstr>
      <vt:lpstr>Clustered Systems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Introduction 2</dc:title>
  <dc:creator>David Liu</dc:creator>
  <cp:lastModifiedBy>David Liu</cp:lastModifiedBy>
  <cp:revision>19</cp:revision>
  <dcterms:created xsi:type="dcterms:W3CDTF">2021-08-25T14:30:44Z</dcterms:created>
  <dcterms:modified xsi:type="dcterms:W3CDTF">2024-09-04T17:19:41Z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0x010100088B82B6DC9B934B8A6F4E93EC1EB3F2</vt:lpwstr>
  </property>
</Properties>
</file>