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6FB6-7BD6-4803-8239-9A743E240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63730-E258-4934-A385-2C46F8449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DCB51-BE0F-498D-B4C4-45034FA8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6FFE6-00B0-45AC-B032-9FCFBFD5C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32B18-1E4E-4ECC-AE6C-E5C2B0C1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7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A041-2C51-4D86-A9B8-D62B06FA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5A5C6-27C5-4146-80D6-6C84A8147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6217-65E1-4F9B-9D3A-A31354CB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9AFB5-772F-4B18-8BF1-398E11AB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A7D54-2A8C-4A7A-85DF-19D0728F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CFF7-5B98-45A3-A307-6220E933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8104D-AB93-4C8B-9763-1B78D660B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182F-3080-4B6B-A4E1-F97F2160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C5B07-E5BD-4C10-9BE6-4C89D787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11824-6844-41C2-807C-3E8999A4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9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3105-FA89-4963-A415-67BED2CFF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B344C-E5E2-482A-BF4C-FF5EA3D48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053C7-433C-4493-B964-D811DC96A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01413-5C1B-470E-BA83-1C1A0835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2705-4E18-4E9C-98EC-C1F5FB98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0DF9A-2E22-4E4F-9318-E1985D71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35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35EC-1E28-4E27-BFF8-C152E14F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97995-B477-4060-AD84-EFB4F5635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DC483-E2FA-4531-8778-496EC6682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CF37C-67FD-424F-8CD2-71F6A0B06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43A76F-0C16-434D-BE6F-572918820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4655D-87A4-4BA0-85F8-34EB17A4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F7E0F-7315-4466-A186-224B51EC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D1EDB-36AE-4043-B099-6487376B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5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56AC-01C4-4F8B-A534-2906623F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D13E5-6C85-4D6F-ADD6-3E1234AB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6C1EB-6273-4292-BD8B-A4AC5D3C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4B89C-DB18-4AA4-A63F-0FD0D62F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97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232466-B4E9-440F-9E22-71EA90C9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300B4-1CEF-4948-92C9-93793970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B1CED-097F-496C-B3DC-D93596BB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4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5E9B-EBB5-4E34-9C30-07C2E191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55615-D909-4881-8DE8-CD7346325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8DEF1-161C-4B4C-B17C-9F628C46F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65F16-6EF0-4956-B09D-83CABD59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B6819-6326-4A97-8BB1-D711087D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1B447-E463-468C-8891-22910DC2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8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B175-F8B2-443E-9C72-4CB1DD11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CEFF0-419D-4224-A8D5-24D9E68B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4C080-731A-4009-B0B4-5EA70316A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0DF13-755C-4F7C-BCA3-C1E86630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76EE0-08A0-40F5-8795-A87659766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94CFC-AC0F-4FAE-BDA6-14503BC6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2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8360-4C76-450B-AB52-FB54206C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7D484-1B5F-4422-A7ED-E27A5D72F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CD662-CDAF-4F94-A07F-EDBAFC60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05C7A-ED60-47D3-B93F-3356821B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5726A-5B48-452D-8CC2-15333845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7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96501-60EB-4A31-875B-2A176487F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DC241-5EB9-4DE0-A3DE-E66711619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0A430-C2ED-4C29-A64F-49F7A2AC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F02CA-743A-4A16-BAC1-1B2EFC35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D4CAE-C00A-4BEC-85E0-F7BF9F3F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03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4FDFA7-BFB6-4E70-99E3-58254862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AB17A-5895-45D0-8111-8489CC828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AEB92-DF2D-427F-96CC-756E544B2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FD063-BA5A-4C9F-8A76-617E00C260D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3591B-E97F-4388-901A-371E39197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3981-CB9F-42F6-B162-A4F3A04FE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2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4EAE-7A92-4DC6-9B00-A30E68BB0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</a:t>
            </a:r>
            <a:r>
              <a:rPr lang="en-US"/>
              <a:t>Introduction 1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F0852-52C5-4D61-8B47-81DBCF7E6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/>
              <a:t>SP 2022</a:t>
            </a:r>
          </a:p>
        </p:txBody>
      </p:sp>
    </p:spTree>
    <p:extLst>
      <p:ext uri="{BB962C8B-B14F-4D97-AF65-F5344CB8AC3E}">
        <p14:creationId xmlns:p14="http://schemas.microsoft.com/office/powerpoint/2010/main" val="406889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7D93-5905-42A8-825A-6746767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A515-34F1-4456-BA38-2F9A35AF6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 the role and importance of operating systems</a:t>
            </a:r>
          </a:p>
          <a:p>
            <a:r>
              <a:rPr lang="en-US" dirty="0">
                <a:solidFill>
                  <a:srgbClr val="FF0000"/>
                </a:solidFill>
              </a:rPr>
              <a:t>Describe the general organization of a computer system and the role of interrupts</a:t>
            </a:r>
          </a:p>
          <a:p>
            <a:r>
              <a:rPr lang="en-US" dirty="0"/>
              <a:t>Describe the components in a modern, multiprocessor computer system</a:t>
            </a:r>
          </a:p>
          <a:p>
            <a:r>
              <a:rPr lang="en-US" dirty="0"/>
              <a:t>Illustrate the transition from user mode to kernel mode</a:t>
            </a:r>
          </a:p>
          <a:p>
            <a:r>
              <a:rPr lang="en-US" dirty="0"/>
              <a:t>Discuss how operating systems are used in various computing environments</a:t>
            </a:r>
          </a:p>
          <a:p>
            <a:r>
              <a:rPr lang="en-US" dirty="0"/>
              <a:t>Provide examples of free and open-source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059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39D3-459E-47DD-AC88-CF3FCE84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Operating Systems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07EA-6CB9-4684-B339-658175C7F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view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System view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Resource allocator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/>
              <a:t>Program controlle</a:t>
            </a:r>
            <a:r>
              <a:rPr lang="en-US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59513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3167-D386-4138-9F14-721B0028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6E72B-82E6-4DB3-9147-D60D829BD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completely adequate definition of an OS</a:t>
            </a:r>
          </a:p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561038-8A6C-411C-A119-0544DCA5A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622" y="2484059"/>
            <a:ext cx="462121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001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B46A-193E-4E16-8408-715DDD56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Common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02FFA-B427-49DF-BFBC-DA1C8A18C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One program running at all times on the computer</a:t>
            </a:r>
          </a:p>
          <a:p>
            <a:r>
              <a:rPr lang="en-US" dirty="0">
                <a:solidFill>
                  <a:schemeClr val="accent1"/>
                </a:solidFill>
              </a:rPr>
              <a:t>“Kernel”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4703955-4787-4B18-B980-021159441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469" y="2897188"/>
            <a:ext cx="7221538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835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24B7-9C51-4052-BC86-06C152DF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Operating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676D-62C8-46D1-B453-8808AFA8F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Proper, efficient, effective, </a:t>
            </a:r>
            <a:r>
              <a:rPr lang="en-US"/>
              <a:t>secure programming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21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119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OS Introduction 1</vt:lpstr>
      <vt:lpstr>Learning Objectives</vt:lpstr>
      <vt:lpstr>What Operating Systems Do?</vt:lpstr>
      <vt:lpstr>Operating System Definition</vt:lpstr>
      <vt:lpstr>OS Common Definition</vt:lpstr>
      <vt:lpstr>Why Study Operating Systems?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Introduction I</dc:title>
  <dc:creator>David Liu</dc:creator>
  <cp:lastModifiedBy>David Liu</cp:lastModifiedBy>
  <cp:revision>31</cp:revision>
  <dcterms:created xsi:type="dcterms:W3CDTF">2021-08-23T14:46:03Z</dcterms:created>
  <dcterms:modified xsi:type="dcterms:W3CDTF">2024-09-04T17:17:54Z</dcterms:modified>
</cp:coreProperties>
</file>