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61" r:id="rId5"/>
    <p:sldId id="262" r:id="rId6"/>
    <p:sldId id="263" r:id="rId7"/>
    <p:sldId id="264" r:id="rId8"/>
    <p:sldId id="258" r:id="rId9"/>
    <p:sldId id="259" r:id="rId10"/>
    <p:sldId id="260" r:id="rId11"/>
    <p:sldId id="272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CFE6-6A25-448D-ACFD-86004E87C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3D8F3-548F-4CD0-B7E5-616266371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4D8B7-5284-4CA3-902B-96B8DAF4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19B9E-46DF-4D69-926C-02186DDB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CB95-31CE-4236-9020-818CCCD3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0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2CDD-7503-40A3-A7A9-8B52AF090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76CB-D313-42C6-9CE9-3E6994D3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13849-46A2-4CF8-B8F7-B5AE8E95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BBE0-BF5A-4D72-8CAD-0C20E51F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BED5E-D7E0-408C-8A37-3B0254DE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3809-2028-4557-8E46-7A927F7D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C2C25-613C-4614-876B-6FB425FF3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A2C9-2273-4AD7-9799-56D429BF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40B58-0268-4720-9FF9-BD3F3730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2DE19-F3F8-4BF8-92DD-2376DBEB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2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4581-2510-4A17-8E04-CC6F641D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2523-86F4-444D-920A-799245C77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76AE0-B49A-4E8B-8769-33494507B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1D52D-CD7C-48E2-BBBB-955498F4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9F1C1-B96C-4381-BF55-F76955A4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E2B20-1DC8-41DC-B6F2-1367FC05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4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2FB-499D-4A29-BAE6-8D824818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7272C-7CCD-4B7C-BE19-F10685EE7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18F2B-4930-47E9-A46F-39667B0DC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562BF-4820-4727-B5B3-9B9392900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AE7D6-3998-4B6C-B773-6C7660EE9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26F82-242E-4857-A938-8AC80D53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0E0C9-40F9-4378-9E35-04301F9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31DB1-82A6-4EE4-BC3B-AEF042D1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4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E6B73-7F80-4962-8322-B3359A57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9821F-4BDC-45B9-A0FA-9FBD7CED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F37EA-1343-4667-8759-27C2B724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81305-1ABF-4F6E-BED3-C7D893BF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6E0CDF-5450-439F-BDE3-A7979081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1CF523-C74B-4B41-86A8-E1E62EAC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D5430-8E4A-44F0-BF8C-6FC01C26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64B4-D1A8-45FF-A2BA-FC3F9CF92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50939-03A6-4B7D-832F-C56AE10D2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B22A3-3918-4323-8957-C7A97AF7F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3A478-7D98-4FC6-99CC-DD2D9FE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4F902-A907-48F5-BD45-AA8B64FA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9FDF8-D18F-4C6B-A42D-1A90D3318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1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7A5A-F17A-4B6D-9DCD-627D219C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FD3A8-9C10-4E74-BC0F-DD9EDB605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EAC57-CEBD-423D-91E7-27BF388E6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ED7C5-AE9F-40B5-9036-05D13EBF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35855-9C54-4EC1-AFF8-EC15AF71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74643-3918-4797-AFF4-1EC4C4D3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6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EE4D-9F97-4986-9476-2B1BBA31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3B3CA-0B9F-4BA2-A5CA-1AA09383D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1B3CB-8990-4562-BB73-D53C133D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05EED-DC26-468A-85C9-8562215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D9BC-E859-44B0-8630-26C0E38C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26AA9-A0B6-472C-AEE3-B90DE715A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4269B5-F040-45C2-A28F-6D54B63BE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662A0-FFD4-44D0-8C3E-BF516FE5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57402-FB01-416D-95A7-C175E609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374B3-6F85-42FF-98B7-F4D3408F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3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61886-9B5B-4447-B5CE-A8F88570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8F4C0-D237-469C-A12C-440CB5AF4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B4AA4-1862-4880-9374-F701FD158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41507-43BE-4B5D-AA67-49CF02C04C5F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A486D-E489-4396-916F-34CAC5529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55BA-B220-45C2-94DC-DCBDD599B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FDED3-1B0E-4EC4-AE33-2CD518F31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2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9890-80EF-441A-9DCB-1DD4205F30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Introduction 7</a:t>
            </a:r>
            <a:br>
              <a:rPr lang="en-US" dirty="0"/>
            </a:br>
            <a:r>
              <a:rPr lang="en-US" dirty="0"/>
              <a:t>Computing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18063-D66B-4014-ADA7-A6A0FCE39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58442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420" y="154039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/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pPr>
              <a:lnSpc>
                <a:spcPct val="100000"/>
              </a:lnSpc>
            </a:pPr>
            <a:r>
              <a:rPr lang="en-US" dirty="0"/>
              <a:t>Discuss how OS manages computing resources</a:t>
            </a:r>
          </a:p>
          <a:p>
            <a:pPr>
              <a:lnSpc>
                <a:spcPct val="100000"/>
              </a:lnSpc>
            </a:pPr>
            <a:r>
              <a:rPr lang="en-US" dirty="0"/>
              <a:t>Distinguish between protection and security</a:t>
            </a:r>
          </a:p>
          <a:p>
            <a:pPr>
              <a:lnSpc>
                <a:spcPct val="100000"/>
              </a:lnSpc>
            </a:pPr>
            <a:r>
              <a:rPr lang="en-US" dirty="0"/>
              <a:t>Describe common data structures for OS</a:t>
            </a:r>
          </a:p>
          <a:p>
            <a:r>
              <a:rPr lang="en-US" dirty="0">
                <a:solidFill>
                  <a:srgbClr val="FF0000"/>
                </a:solidFill>
              </a:rPr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AE09-9E9F-42F0-A547-F84946DD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455C-C423-4A2A-992A-F0305287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Computing</a:t>
            </a:r>
          </a:p>
          <a:p>
            <a:r>
              <a:rPr lang="en-US" dirty="0"/>
              <a:t>Mobile Computing</a:t>
            </a:r>
          </a:p>
          <a:p>
            <a:r>
              <a:rPr lang="en-US" dirty="0"/>
              <a:t>Client-Server Computing</a:t>
            </a:r>
          </a:p>
          <a:p>
            <a:r>
              <a:rPr lang="en-US" dirty="0"/>
              <a:t>Peer-to-Peer Computing</a:t>
            </a:r>
          </a:p>
          <a:p>
            <a:r>
              <a:rPr lang="en-US" dirty="0"/>
              <a:t>Cloud Computing</a:t>
            </a:r>
          </a:p>
          <a:p>
            <a:r>
              <a:rPr lang="en-US" dirty="0"/>
              <a:t>Real-Time Embedded Systems</a:t>
            </a:r>
          </a:p>
          <a:p>
            <a:r>
              <a:rPr lang="en-US" dirty="0"/>
              <a:t>Hadoop and Spark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9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1AE3-1588-481C-A839-6A6704D2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F273-C96C-489E-9038-ADD668AB0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 and Reply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C64443-8A5D-4436-919D-2CC7370D0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065" y="2812013"/>
            <a:ext cx="5748177" cy="249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1649-E62B-408F-8D8C-F85428BE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Peer-to-Peer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53C2C-3056-4E91-A850-5AF15BBD6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424" y="1825624"/>
            <a:ext cx="10515600" cy="4351338"/>
          </a:xfrm>
        </p:spPr>
        <p:txBody>
          <a:bodyPr/>
          <a:lstStyle/>
          <a:p>
            <a:r>
              <a:rPr lang="en-US" dirty="0"/>
              <a:t>Register service</a:t>
            </a:r>
          </a:p>
          <a:p>
            <a:r>
              <a:rPr lang="en-US" dirty="0"/>
              <a:t>Discovery protocol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89369-64A2-4D58-B1CC-DD5A81121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303" y="2989270"/>
            <a:ext cx="2670279" cy="20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4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D952-1868-41B3-87C0-227C9E25B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DE530-CB4D-458E-BB7B-285B8CDE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1498454"/>
            <a:ext cx="10515600" cy="4351338"/>
          </a:xfrm>
        </p:spPr>
        <p:txBody>
          <a:bodyPr/>
          <a:lstStyle/>
          <a:p>
            <a:r>
              <a:rPr lang="en-US" dirty="0"/>
              <a:t>IaaS, PaaS, SaaS</a:t>
            </a:r>
          </a:p>
          <a:p>
            <a:r>
              <a:rPr lang="en-US" dirty="0"/>
              <a:t>Virtualization</a:t>
            </a:r>
          </a:p>
          <a:p>
            <a:r>
              <a:rPr lang="en-US" dirty="0"/>
              <a:t>Public, private, hybrid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F4EB72-6A5C-41AA-A6A4-A81B01CAD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88" y="2515588"/>
            <a:ext cx="4410605" cy="3995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945B57-C534-40B9-99D5-183FFF2D5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657" y="2717824"/>
            <a:ext cx="4121253" cy="3261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F5AAC6-D936-4CD2-9731-445F92C3F022}"/>
              </a:ext>
            </a:extLst>
          </p:cNvPr>
          <p:cNvSpPr txBox="1"/>
          <p:nvPr/>
        </p:nvSpPr>
        <p:spPr>
          <a:xfrm>
            <a:off x="8841996" y="196302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IaaS</a:t>
            </a:r>
          </a:p>
        </p:txBody>
      </p:sp>
    </p:spTree>
    <p:extLst>
      <p:ext uri="{BB962C8B-B14F-4D97-AF65-F5344CB8AC3E}">
        <p14:creationId xmlns:p14="http://schemas.microsoft.com/office/powerpoint/2010/main" val="243758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BA9C-A435-4BB4-8912-DF0ACA531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Embedded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E95CA-3356-4089-9DD3-E10D052D6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Correct Operation only within fixed time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F03EC-73CB-4495-9F47-786101238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49" y="2730500"/>
            <a:ext cx="4694465" cy="262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9BEE3E-8B6C-4AEA-8559-2878652E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407" y="2938434"/>
            <a:ext cx="5022563" cy="242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49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1CCA-68CA-4337-93A3-F77B7DA66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3F35-7916-427C-805F-ED581A68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open-source software utility that allows users to manage big data sets (from gigabytes to petabytes) by enabling a network of computers (or “nodes”) to solve vast and intricate data problems.</a:t>
            </a:r>
          </a:p>
        </p:txBody>
      </p:sp>
    </p:spTree>
    <p:extLst>
      <p:ext uri="{BB962C8B-B14F-4D97-AF65-F5344CB8AC3E}">
        <p14:creationId xmlns:p14="http://schemas.microsoft.com/office/powerpoint/2010/main" val="49782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7F4D-0BF3-4191-BF99-CC68E922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660C-291C-439C-B123-F2B041559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open-source data processing engine for big data sets and performs faster than Hadoop and it uses random access memory (RAM) to cache and process data instead of a file system.</a:t>
            </a:r>
          </a:p>
        </p:txBody>
      </p:sp>
    </p:spTree>
    <p:extLst>
      <p:ext uri="{BB962C8B-B14F-4D97-AF65-F5344CB8AC3E}">
        <p14:creationId xmlns:p14="http://schemas.microsoft.com/office/powerpoint/2010/main" val="338724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FD0E-077C-4535-BAF8-C8202CED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vs Spark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DC199-3F45-4629-85F0-42759DC7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191" y="1690688"/>
            <a:ext cx="43815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36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860A-8C6B-49A6-9053-2477F2F7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and Open-Source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4A954-2CEE-472F-8A37-12E407F7D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 software </a:t>
            </a:r>
            <a:r>
              <a:rPr lang="en-US" dirty="0">
                <a:sym typeface="Wingdings" panose="05000000000000000000" pitchFamily="2" charset="2"/>
              </a:rPr>
              <a:t> Open source</a:t>
            </a:r>
          </a:p>
          <a:p>
            <a:r>
              <a:rPr lang="en-US" dirty="0">
                <a:sym typeface="Wingdings" panose="05000000000000000000" pitchFamily="2" charset="2"/>
              </a:rPr>
              <a:t>Open source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GNU/Linux</a:t>
            </a:r>
          </a:p>
          <a:p>
            <a:r>
              <a:rPr lang="en-US" dirty="0">
                <a:sym typeface="Wingdings" panose="05000000000000000000" pitchFamily="2" charset="2"/>
              </a:rPr>
              <a:t>Closed source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Microsoft Windows </a:t>
            </a:r>
          </a:p>
          <a:p>
            <a:r>
              <a:rPr lang="en-US" dirty="0">
                <a:sym typeface="Wingdings" panose="05000000000000000000" pitchFamily="2" charset="2"/>
              </a:rPr>
              <a:t>Hybrid source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Apple macOS</a:t>
            </a:r>
          </a:p>
          <a:p>
            <a:r>
              <a:rPr lang="en-US" dirty="0">
                <a:sym typeface="Wingdings" panose="05000000000000000000" pitchFamily="2" charset="2"/>
              </a:rPr>
              <a:t>Which one is more secure? </a:t>
            </a:r>
            <a:r>
              <a:rPr lang="en-US">
                <a:sym typeface="Wingdings" panose="05000000000000000000" pitchFamily="2" charset="2"/>
              </a:rPr>
              <a:t>Why?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10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3D17-1E57-48F6-AE6A-BA21433A6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time to Study Operating Systems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929444-5BB2-4281-BEE1-A520D2250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174" y="1690688"/>
            <a:ext cx="7748169" cy="458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29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251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OS Introduction 7 Computing Environments</vt:lpstr>
      <vt:lpstr>Learning Objectives</vt:lpstr>
      <vt:lpstr>Contents</vt:lpstr>
      <vt:lpstr>Client-Server</vt:lpstr>
      <vt:lpstr>Peer-to-Peer</vt:lpstr>
      <vt:lpstr>Cloud Computing</vt:lpstr>
      <vt:lpstr>Real-Time Embedded Systems</vt:lpstr>
      <vt:lpstr>Hadoop</vt:lpstr>
      <vt:lpstr>Spark</vt:lpstr>
      <vt:lpstr>Hadoop vs Spark</vt:lpstr>
      <vt:lpstr>Free and Open-Source OS</vt:lpstr>
      <vt:lpstr>Good time to Study Operating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6 Computing Environments</dc:title>
  <dc:creator>David Liu</dc:creator>
  <cp:lastModifiedBy>David Liu</cp:lastModifiedBy>
  <cp:revision>15</cp:revision>
  <dcterms:created xsi:type="dcterms:W3CDTF">2021-09-01T15:50:38Z</dcterms:created>
  <dcterms:modified xsi:type="dcterms:W3CDTF">2022-01-18T17:48:02Z</dcterms:modified>
</cp:coreProperties>
</file>