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5" r:id="rId6"/>
    <p:sldId id="27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9635FB-E971-4A4D-8851-BAF01EA8EA37}" v="27" dt="2021-08-25T15:04:55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D0B9F-DEB1-44FE-9A5C-EB095554F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724DF-FE0A-4DEE-833F-6EB6DE8C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19D28-99A4-4C99-AEEF-28935921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D0EC7-11ED-4C18-A78D-B437482E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042A2-1616-48B8-BE8F-A6D69CE9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2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FC21-878E-4BD7-9AF2-0B13CC73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41F21-2AA2-40D6-9FE9-DC25AB959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0A392-E2F2-43C3-93FC-303F39DFE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40B74-9DB1-4489-AF13-7D48011C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EA99-34AD-457C-B0C6-FC06BEAE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7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3105-9A59-4E80-9494-26649A99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D3BC6-B15E-4E03-8003-915FED44B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32F01-5E2E-4C5B-BB92-7CA81CEC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70C2B-12B6-42A2-8B19-7EC6A9FE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6E624-ACE7-4A67-AF8F-8DF6E12C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2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1D28-4B3E-4970-897D-D2A3E2EC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CFEDA-76C3-4A48-AC64-05039C2E4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0772F-5B8E-40B5-97F9-A6CF61B21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BA9E2-0ECB-4F9C-BCE8-2CEC92B3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23229-D816-4FD1-9F36-F037BE86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9843-8400-431D-93E5-524ADF53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7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EEC5-7242-4786-8117-36C8B09A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77FBB-82C7-4D2A-9917-97A344690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05418-D59A-4CA0-9883-74833AEF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2A00F-35D1-47E5-8531-2664091C5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1075A-0E35-43A0-AF55-5D3553D14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7A648-3EC8-473F-8675-4E3E6F529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33CA1-AADC-440F-B729-21AD3FA2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9964D-B8C4-4D0D-B7F0-7466A5B4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1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B439-76B8-4795-87F6-CA315642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A4ACFE-A809-4F37-B1A2-4921AD1F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494C68-F397-4263-9246-A3239788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75F26-9E58-45CB-9309-1BAE56B1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2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83E8F-AD0C-4DA0-944B-D59E586A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D8E03-464E-44AF-B776-367C8906A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2263A-39BC-4707-AC56-D0703F8C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5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84A2-6ABB-4DF4-92CA-4312BBE1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38DF8-519B-420C-B46A-794470B2E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050BE-B85F-49B3-BE40-A00A9A426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38894-1E94-4B17-860F-532ED8B1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F62CC-CF3E-4F98-80F3-03E5C67F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17BD8-CE44-4944-8E01-8E89ACDF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1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1929-20C5-4F2D-84C6-3CA7059A2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A2CEE-6040-449E-BCB6-52D4CD07B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EBFD7-6C45-4B1A-ABBF-632F04E52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E2B6A-3489-40CC-A7E5-DE18E5FC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4746F-3409-40BA-80C7-7047899D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70290-C144-4D93-B883-199E1650A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24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FD11-EF6F-45A8-BE02-D47CD4AA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F6C90-28D8-41C6-9082-FA77BF6D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5C07C-0CB3-4F50-9936-92C1ED1F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18F98-9EA7-4A79-B237-8F819B2B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EAF1F-89FD-4694-9304-15C72BB0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0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05FF0-B1C9-4826-904A-B91ADD240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E1140-33A3-4A3D-89F9-0C280DD9F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AFDE4-0FE5-4CDA-A630-AA86F52B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6CA44-E5C1-47E5-B74E-A49663AF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31AF0-4281-46F1-9439-61A332DA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4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8FE551-4214-43EF-99B2-8EAE4BFE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A1021-1C4A-43D2-A7A9-AD0908BDC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B75E9-F066-47AE-AD64-7C0D69440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A7DC4-D629-403D-BBAA-93B956CA2C74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C0BD9-504A-4C5C-979C-1403B5B3F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9C370-E868-4961-B764-9D8ADB017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D98D-F3D5-4F24-84EF-DBEDAAD21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5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33C9-1AED-47AC-B7FE-8C083E357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</a:t>
            </a:r>
            <a:r>
              <a:rPr lang="en-US"/>
              <a:t>Introduction 4</a:t>
            </a:r>
            <a:br>
              <a:rPr lang="en-US" dirty="0"/>
            </a:br>
            <a:r>
              <a:rPr lang="en-US" dirty="0"/>
              <a:t>OS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3DE18-E220-416F-9097-3518607CB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2022, Fall 2024</a:t>
            </a:r>
          </a:p>
        </p:txBody>
      </p:sp>
    </p:spTree>
    <p:extLst>
      <p:ext uri="{BB962C8B-B14F-4D97-AF65-F5344CB8AC3E}">
        <p14:creationId xmlns:p14="http://schemas.microsoft.com/office/powerpoint/2010/main" val="3974251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role and importance of operating systems</a:t>
            </a:r>
          </a:p>
          <a:p>
            <a:r>
              <a:rPr lang="en-US" dirty="0"/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>
                <a:solidFill>
                  <a:srgbClr val="FF0000"/>
                </a:solidFill>
              </a:rPr>
              <a:t>Illustrate the transition from user mode to kernel mode</a:t>
            </a:r>
          </a:p>
          <a:p>
            <a:r>
              <a:rPr lang="en-US" dirty="0"/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AB13-6B6D-4DE9-A3BD-A9437D24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2950-DC85-465E-851C-9F16EDA30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</a:t>
            </a:r>
          </a:p>
          <a:p>
            <a:r>
              <a:rPr lang="en-US" dirty="0"/>
              <a:t>Multiprogramming &amp; Multitasking</a:t>
            </a:r>
          </a:p>
          <a:p>
            <a:r>
              <a:rPr lang="en-US" dirty="0"/>
              <a:t>Dual-Mode</a:t>
            </a:r>
          </a:p>
        </p:txBody>
      </p:sp>
    </p:spTree>
    <p:extLst>
      <p:ext uri="{BB962C8B-B14F-4D97-AF65-F5344CB8AC3E}">
        <p14:creationId xmlns:p14="http://schemas.microsoft.com/office/powerpoint/2010/main" val="477891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5F8F-1A32-43FB-BDB5-A14F80AA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Starts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4CB5-6671-431F-B2FE-4560F38ECD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Bootstrap program</a:t>
            </a:r>
          </a:p>
          <a:p>
            <a:r>
              <a:rPr lang="en-US" dirty="0"/>
              <a:t>Kernel loads</a:t>
            </a:r>
          </a:p>
          <a:p>
            <a:r>
              <a:rPr lang="en-US" dirty="0"/>
              <a:t>System daemons start</a:t>
            </a:r>
          </a:p>
          <a:p>
            <a:r>
              <a:rPr lang="en-US" dirty="0"/>
              <a:t>Kernel interrupt driven</a:t>
            </a:r>
          </a:p>
          <a:p>
            <a:pPr lvl="1"/>
            <a:r>
              <a:rPr lang="en-US" dirty="0"/>
              <a:t>Device interrupt</a:t>
            </a:r>
          </a:p>
          <a:p>
            <a:pPr lvl="1"/>
            <a:r>
              <a:rPr lang="en-US" dirty="0"/>
              <a:t>Exception or trap</a:t>
            </a:r>
          </a:p>
          <a:p>
            <a:pPr lvl="2"/>
            <a:r>
              <a:rPr lang="en-US" dirty="0"/>
              <a:t>Division by zero,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System call for service</a:t>
            </a:r>
          </a:p>
          <a:p>
            <a:pPr lvl="2"/>
            <a:r>
              <a:rPr lang="en-US" dirty="0"/>
              <a:t>Process handling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0E7376-1FB3-4119-AA69-84AFC26F3D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45698" y="1690688"/>
            <a:ext cx="5181600" cy="388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1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CBFA-09FA-4608-9C64-09E47ECE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 and Multitasking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E53E5-8759-4DD4-9374-45E43B94A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jobs to keep CPU busy (multiprogramming)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Timesharing for multitasking</a:t>
            </a:r>
          </a:p>
        </p:txBody>
      </p:sp>
    </p:spTree>
    <p:extLst>
      <p:ext uri="{BB962C8B-B14F-4D97-AF65-F5344CB8AC3E}">
        <p14:creationId xmlns:p14="http://schemas.microsoft.com/office/powerpoint/2010/main" val="1104475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A768-3B5C-41F5-A114-98B21019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DB5ACE1-096A-4FFD-A957-068E74F40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000" y="1413170"/>
            <a:ext cx="3127595" cy="494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015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C5FF-F34A-4861-A414-A41C0AF5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7107-6015-4867-B4D3-B01D6E5DD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Due-mode</a:t>
            </a:r>
          </a:p>
          <a:p>
            <a:pPr lvl="1"/>
            <a:r>
              <a:rPr lang="en-US" dirty="0"/>
              <a:t>User mode vs kernel mode</a:t>
            </a:r>
          </a:p>
          <a:p>
            <a:pPr lvl="1"/>
            <a:r>
              <a:rPr lang="en-US" dirty="0"/>
              <a:t>Mode bit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Privileged instruction </a:t>
            </a:r>
            <a:r>
              <a:rPr lang="en-US" dirty="0"/>
              <a:t>only under kernel mode</a:t>
            </a:r>
          </a:p>
          <a:p>
            <a:pPr lvl="1"/>
            <a:endParaRPr lang="en-US" dirty="0"/>
          </a:p>
          <a:p>
            <a:r>
              <a:rPr lang="en-US" dirty="0"/>
              <a:t>Multi-mode</a:t>
            </a:r>
          </a:p>
          <a:p>
            <a:pPr lvl="1"/>
            <a:r>
              <a:rPr lang="en-US" dirty="0"/>
              <a:t>Virtual machine manger mode</a:t>
            </a:r>
          </a:p>
        </p:txBody>
      </p:sp>
    </p:spTree>
    <p:extLst>
      <p:ext uri="{BB962C8B-B14F-4D97-AF65-F5344CB8AC3E}">
        <p14:creationId xmlns:p14="http://schemas.microsoft.com/office/powerpoint/2010/main" val="176786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8B19-D85C-40AD-BE1B-D552F67A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Change </a:t>
            </a:r>
            <a:r>
              <a:rPr lang="en-US"/>
              <a:t>and System Call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A76EB6-BA1B-4FCB-A869-3D74E7B9C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250" y="2644886"/>
            <a:ext cx="9965499" cy="295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494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C10B-916F-4B61-9279-66AE0ABC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6DB0-E901-431C-A22E-5455635B4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 the computer system after a specific period</a:t>
            </a:r>
          </a:p>
          <a:p>
            <a:r>
              <a:rPr lang="en-US" dirty="0"/>
              <a:t>Control user programs that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Infinite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Fail to return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03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B414-D76F-495B-BA73-955F1A39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Privileged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57DC0-9248-435E-93B4-665645EC7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Machine instructions only run in kernel mode</a:t>
            </a:r>
          </a:p>
        </p:txBody>
      </p:sp>
    </p:spTree>
    <p:extLst>
      <p:ext uri="{BB962C8B-B14F-4D97-AF65-F5344CB8AC3E}">
        <p14:creationId xmlns:p14="http://schemas.microsoft.com/office/powerpoint/2010/main" val="28131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B414-D76F-495B-BA73-955F1A39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Instructions are Privileged?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57DC0-9248-435E-93B4-665645EC7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eriod"/>
            </a:pPr>
            <a:r>
              <a:rPr lang="en-US" dirty="0"/>
              <a:t>Set value of timer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Read the clock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Clean memory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Issues a trap instruction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Turn off interrupts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Modify entries in device-status table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Switch from user to kernel mode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Access I/O device</a:t>
            </a:r>
          </a:p>
        </p:txBody>
      </p:sp>
    </p:spTree>
    <p:extLst>
      <p:ext uri="{BB962C8B-B14F-4D97-AF65-F5344CB8AC3E}">
        <p14:creationId xmlns:p14="http://schemas.microsoft.com/office/powerpoint/2010/main" val="425821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8B82B6DC9B934B8A6F4E93EC1EB3F2" ma:contentTypeVersion="8" ma:contentTypeDescription="Create a new document." ma:contentTypeScope="" ma:versionID="bb3086e54c6e9df4f8672ad748b8b39f">
  <xsd:schema xmlns:xsd="http://www.w3.org/2001/XMLSchema" xmlns:xs="http://www.w3.org/2001/XMLSchema" xmlns:p="http://schemas.microsoft.com/office/2006/metadata/properties" xmlns:ns3="830b5502-767e-430d-95ec-02d53adf60ec" xmlns:ns4="5f4802cd-4a75-4983-9c82-4bf481d0a785" targetNamespace="http://schemas.microsoft.com/office/2006/metadata/properties" ma:root="true" ma:fieldsID="fb6fce34b1b4ab61c4c0ed965cb18f17" ns3:_="" ns4:_="">
    <xsd:import namespace="830b5502-767e-430d-95ec-02d53adf60ec"/>
    <xsd:import namespace="5f4802cd-4a75-4983-9c82-4bf481d0a78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3:SharedWithDetails" minOccurs="0"/>
                <xsd:element ref="ns3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0b5502-767e-430d-95ec-02d53adf60e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4802cd-4a75-4983-9c82-4bf481d0a7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CEFA23-7E12-4D23-9A43-70E87B37AC22}">
  <ds:schemaRefs>
    <ds:schemaRef ds:uri="830b5502-767e-430d-95ec-02d53adf60ec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5f4802cd-4a75-4983-9c82-4bf481d0a78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4AF6F52-09E8-4555-8B25-BA43BAFDB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0b5502-767e-430d-95ec-02d53adf60ec"/>
    <ds:schemaRef ds:uri="5f4802cd-4a75-4983-9c82-4bf481d0a7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2FE5E-D83E-488B-935E-2CF496185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218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OS Introduction 4 OS Operations</vt:lpstr>
      <vt:lpstr>Learning Objectives</vt:lpstr>
      <vt:lpstr>Operating System Operations</vt:lpstr>
      <vt:lpstr>OS Starts</vt:lpstr>
      <vt:lpstr>Multiprogramming and Multitasking</vt:lpstr>
      <vt:lpstr>Memory Layout</vt:lpstr>
      <vt:lpstr>CPU Modes</vt:lpstr>
      <vt:lpstr>Mode Change and System Call</vt:lpstr>
      <vt:lpstr>Timer</vt:lpstr>
      <vt:lpstr>Privileged instructions</vt:lpstr>
      <vt:lpstr>Which Instructions are Privileged?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Introduction 2</dc:title>
  <dc:creator>David Liu</dc:creator>
  <cp:lastModifiedBy>David Liu</cp:lastModifiedBy>
  <cp:revision>20</cp:revision>
  <dcterms:created xsi:type="dcterms:W3CDTF">2021-08-25T14:30:44Z</dcterms:created>
  <dcterms:modified xsi:type="dcterms:W3CDTF">2024-09-04T17:19:56Z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0x010100088B82B6DC9B934B8A6F4E93EC1EB3F2</vt:lpwstr>
  </property>
</Properties>
</file>