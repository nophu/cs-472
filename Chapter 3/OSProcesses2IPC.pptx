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C1405-74B8-4F6F-9FA4-6ABECA386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80572-9C53-48BD-8884-2508A3816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7CBEA-4EB4-4BFE-95D9-F5B4B7FD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84901-AACD-4808-B3D0-C7C26301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30177-E8A5-46AC-A66B-C2F9ED9B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6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4EAE-5CC0-4F0F-A5A5-45333F87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6E7B-5CB4-4069-BCDA-77FD3C24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47AA-9306-4FEC-84ED-04142DB1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9B78B-C34A-4EE4-8DC9-1ADD46A17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78EEB-258E-4BA7-9AC7-3633DCEB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661F-2BEB-44AC-B967-4B3506D63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34924-421C-4507-9BC2-7428380AC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40D2-767B-4782-BB0A-0E521EB0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E2080-5C1D-4B1C-BC05-E30F1588B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8B35-17C7-45B7-BB12-8BC1E0AB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9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62CD-35A2-40C7-BB94-CA798F0F7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7ADD-87F4-44FB-BEB5-5BEE5D310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8B56A-4B72-490F-9831-F480146F9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DD85B-022C-493A-B285-7D350991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9BCB9-B69B-4377-AEF7-DD8B6AAA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CD9DD-B187-4F1A-A148-9AFAB503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3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E0AB-1584-432B-9CFB-3ADCF248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F8E44-E723-440C-A4EF-9703445B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ADC40-9D95-482D-83B7-6A9F4D335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A7E13-94C3-45AE-8C63-C03E61F36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D41B3-1954-4D8F-8751-10562337C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970B5-6DD2-4722-9B2F-A7AE7C58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CE629-67E5-40A9-9730-FB000B19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48C5-34EF-4945-83E6-93E8A5B4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0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B9D7-8B27-4DEF-AB14-E677B40D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28069-35E4-4969-BDF5-F7840924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34D3D-F40D-4C24-8C42-A4BFC7FA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EF696-35C9-4C72-B7B5-496749E5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6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D81EC-EF5C-4C9D-A578-E831AB3E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57B58-CA1B-4562-B4F1-1B60C13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B1723-11B9-4EAA-B310-8DC4537D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0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915F-7946-4301-B4CA-723C23F6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81CC-B6DD-4E27-8037-DD862C39C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319E4-D6F0-488C-AD62-B397F5C91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676B1-00AD-44EE-8401-121F5F1A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2724B-32A9-44BB-8B63-185316D9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DF5E1-5554-4440-BBBC-5DAD87D2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7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ADE2B-4B0C-419A-BB1F-DA1C8236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0B4AF-4158-41A9-886F-089F2099D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0822D-3DA8-4097-80FE-08BDE6AD8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25CC8-B4BF-4469-AF0F-BAFAF1A5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F26D1-F4C8-4F51-8509-BEE6E3A9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1805D-D165-4BE4-B427-3E066717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2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BF06-2A86-419D-8B96-F01E6199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AACE7-8518-4D41-9D05-BD4EA3B85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0458A-68E7-48AB-A69B-E762B8E0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33970-B404-42FA-AEEC-E767AC13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B73A-509C-4096-BED7-4AA0C746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6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F9023-8362-4BA0-A428-5C1A51E81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4AC2D-9632-482B-8BEA-C7995033B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56A5-C154-4DDD-ABAC-EABAECA7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379E-F205-4BC2-925B-5B2A3AC2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39E8E-B2BD-4D6C-A057-11B3CA27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573C0-7EA2-4533-9ED6-1C778CD9A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B41D-E6AE-4B12-9C37-EE7AD6DF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ED7E4-F704-4340-A156-1123CA633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92C0E-FB06-47D9-925A-AB93CA97ACE2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64429-8477-4661-BC59-497C26BA2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84C30-76D6-421F-BA09-A1B89C97D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3FDDD-C553-49F5-9689-D82D71758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1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4784-2238-441D-83AA-7FF3AEDEB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Processes</a:t>
            </a:r>
            <a:br>
              <a:rPr lang="en-US" dirty="0"/>
            </a:br>
            <a:r>
              <a:rPr lang="en-US" dirty="0"/>
              <a:t>Lesson 2</a:t>
            </a:r>
            <a:br>
              <a:rPr lang="en-US" dirty="0"/>
            </a:br>
            <a:r>
              <a:rPr lang="en-US" dirty="0"/>
              <a:t>Interprocess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7FDA3-AA62-4BD2-8922-76602A6500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  <a:r>
              <a:rPr lang="en-US"/>
              <a:t>, Spring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1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8B28-5462-43DC-84AC-D8BBCC7F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Processes Communicate?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8AEC5-52A9-4661-A7CB-BF4D9C827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sharing</a:t>
            </a:r>
          </a:p>
          <a:p>
            <a:r>
              <a:rPr lang="en-US" dirty="0"/>
              <a:t>Computation speedup</a:t>
            </a:r>
          </a:p>
          <a:p>
            <a:r>
              <a:rPr lang="en-US" dirty="0"/>
              <a:t>Modular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90994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E5E5-F478-4EBA-B4F0-82F5EF7D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Processes Communicate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F325-FBB8-474C-9677-B3FAB1A9F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</a:t>
            </a:r>
          </a:p>
          <a:p>
            <a:r>
              <a:rPr lang="en-US" dirty="0"/>
              <a:t>Message passing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9BFA7C2-AAC4-4852-A625-9025BB8C3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939" y="2493962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1CAAE30-DB38-46CA-966F-1C6B04668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939" y="1974850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8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FF3A-EF6A-447F-B03C-9A90830D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or 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C331-A8E0-4736-82BC-2EF2CE70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  <a:p>
            <a:r>
              <a:rPr lang="en-US" dirty="0"/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424203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F9EB-EDDD-4CDA-BF98-61263D28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41821-61FB-4AF3-834D-0242E87F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creates a region of shared memory?</a:t>
            </a:r>
          </a:p>
          <a:p>
            <a:r>
              <a:rPr lang="en-US" dirty="0"/>
              <a:t>How do processes to synchronize their access of the memory</a:t>
            </a:r>
          </a:p>
          <a:p>
            <a:pPr lvl="1"/>
            <a:r>
              <a:rPr lang="en-US" dirty="0"/>
              <a:t>Read and write</a:t>
            </a:r>
          </a:p>
        </p:txBody>
      </p:sp>
    </p:spTree>
    <p:extLst>
      <p:ext uri="{BB962C8B-B14F-4D97-AF65-F5344CB8AC3E}">
        <p14:creationId xmlns:p14="http://schemas.microsoft.com/office/powerpoint/2010/main" val="170282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C0E1-4BD3-4E01-B867-72E97A18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7797-FBEB-4CE5-808F-656022C11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producer and A Consumer with a bounder-buffer</a:t>
            </a:r>
          </a:p>
          <a:p>
            <a:pPr marL="0" indent="0">
              <a:buNone/>
            </a:pPr>
            <a:endParaRPr lang="en-US" dirty="0"/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#define BUFFER_SIZE 10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typedef struct {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	. . .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} item;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endParaRPr kumimoji="1" lang="en-US" altLang="en-US" sz="160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item buffer[BUFFER_SIZE];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 in = 0;</a:t>
            </a:r>
          </a:p>
          <a:p>
            <a:pPr marL="1598613" lvl="3" eaLnBrk="0" fontAlgn="base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FFCC00"/>
              </a:buClr>
              <a:buSzPct val="75000"/>
              <a:buNone/>
            </a:pPr>
            <a:r>
              <a:rPr kumimoji="1" lang="en-US" altLang="en-US" sz="1600" b="1" kern="0" dirty="0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int out = 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7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2EE5-7558-4239-8C79-9831149E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&amp; Consumer Process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230A1-AE73-4991-9CA4-919AAC688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8990" y="2371647"/>
            <a:ext cx="51054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item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/* produce an item in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FontTx/>
              <a:buNone/>
            </a:pPr>
            <a:endParaRPr lang="en-US" altLang="en-US" sz="11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5F6A37C-4536-464F-AC4F-E2E4E5A8E41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348842"/>
            <a:ext cx="5551170" cy="4411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item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/* consume the item in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</a:rPr>
              <a:t>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66B90-9A03-4E81-B1A5-544EC65BE23B}"/>
              </a:ext>
            </a:extLst>
          </p:cNvPr>
          <p:cNvSpPr txBox="1"/>
          <p:nvPr/>
        </p:nvSpPr>
        <p:spPr>
          <a:xfrm>
            <a:off x="1248937" y="2002315"/>
            <a:ext cx="180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Producer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06F5A-E6D6-45A6-9BFA-9F66CE3B88BA}"/>
              </a:ext>
            </a:extLst>
          </p:cNvPr>
          <p:cNvSpPr txBox="1"/>
          <p:nvPr/>
        </p:nvSpPr>
        <p:spPr>
          <a:xfrm>
            <a:off x="6631259" y="1956871"/>
            <a:ext cx="1905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 Process</a:t>
            </a:r>
          </a:p>
        </p:txBody>
      </p:sp>
    </p:spTree>
    <p:extLst>
      <p:ext uri="{BB962C8B-B14F-4D97-AF65-F5344CB8AC3E}">
        <p14:creationId xmlns:p14="http://schemas.microsoft.com/office/powerpoint/2010/main" val="34966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15CD-B620-42CC-AB3B-82D3400A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&amp; Consumer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FBAE-CEAC-4970-BCA9-BB2EC100D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(Effective)?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Efficient?</a:t>
            </a:r>
          </a:p>
          <a:p>
            <a:pPr lvl="1"/>
            <a:r>
              <a:rPr lang="en-US" dirty="0"/>
              <a:t>Only 9 buffers are used.</a:t>
            </a:r>
          </a:p>
          <a:p>
            <a:r>
              <a:rPr lang="en-US" dirty="0"/>
              <a:t>How to improve?</a:t>
            </a:r>
          </a:p>
        </p:txBody>
      </p:sp>
    </p:spTree>
    <p:extLst>
      <p:ext uri="{BB962C8B-B14F-4D97-AF65-F5344CB8AC3E}">
        <p14:creationId xmlns:p14="http://schemas.microsoft.com/office/powerpoint/2010/main" val="56058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6E1C-FDB5-426B-B65E-DF04D535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531C6-7A5D-454E-B381-0F5089369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Send(message)</a:t>
            </a:r>
          </a:p>
          <a:p>
            <a:pPr lvl="1"/>
            <a:r>
              <a:rPr lang="en-US" dirty="0"/>
              <a:t>Receive(message)</a:t>
            </a:r>
          </a:p>
          <a:p>
            <a:r>
              <a:rPr lang="en-US" dirty="0"/>
              <a:t>Message size?</a:t>
            </a:r>
          </a:p>
          <a:p>
            <a:r>
              <a:rPr lang="en-US" dirty="0"/>
              <a:t>Logical Link?</a:t>
            </a:r>
          </a:p>
        </p:txBody>
      </p:sp>
    </p:spTree>
    <p:extLst>
      <p:ext uri="{BB962C8B-B14F-4D97-AF65-F5344CB8AC3E}">
        <p14:creationId xmlns:p14="http://schemas.microsoft.com/office/powerpoint/2010/main" val="131277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5CC7-1BD8-4B5D-9BC8-0AB0E7D2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Logical Link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F64D-6195-4ABB-8622-733919A79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or indirect communication</a:t>
            </a:r>
          </a:p>
          <a:p>
            <a:r>
              <a:rPr lang="en-US" dirty="0"/>
              <a:t>Synchronous or asynchronous communication</a:t>
            </a:r>
          </a:p>
          <a:p>
            <a:r>
              <a:rPr lang="en-US" dirty="0"/>
              <a:t>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2359322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903F-8823-4AB4-AB30-6189140D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2121A-2E39-4B6D-8925-FDA762460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Explicitly specify (</a:t>
            </a:r>
            <a:r>
              <a:rPr lang="en-US" b="1" dirty="0"/>
              <a:t>name</a:t>
            </a:r>
            <a:r>
              <a:rPr lang="en-US" dirty="0"/>
              <a:t>) other process</a:t>
            </a:r>
          </a:p>
          <a:p>
            <a:pPr lvl="1"/>
            <a:r>
              <a:rPr lang="en-US" dirty="0"/>
              <a:t>send (P, message),  receive(Q, message)</a:t>
            </a:r>
          </a:p>
          <a:p>
            <a:r>
              <a:rPr lang="en-US" dirty="0"/>
              <a:t>One and only one link between only two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3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63C0-7BED-4B96-A504-674E3B27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D74F-E26D-4D70-BB80-355AE449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shared mailbox or port</a:t>
            </a:r>
          </a:p>
          <a:p>
            <a:pPr lvl="1"/>
            <a:r>
              <a:rPr lang="en-US" dirty="0"/>
              <a:t>Send(A, message),  receive(A, message)  (A is a mailbox ID)</a:t>
            </a:r>
          </a:p>
          <a:p>
            <a:r>
              <a:rPr lang="en-US" dirty="0"/>
              <a:t>More two processes can share a mailbox</a:t>
            </a:r>
          </a:p>
          <a:p>
            <a:r>
              <a:rPr lang="en-US" dirty="0"/>
              <a:t>Question: who is going to receive a message?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9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63C0-7BED-4B96-A504-674E3B27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D74F-E26D-4D70-BB80-355AE449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shared mailbox or port</a:t>
            </a:r>
          </a:p>
          <a:p>
            <a:pPr lvl="1"/>
            <a:r>
              <a:rPr lang="en-US" dirty="0"/>
              <a:t>Send(A, message),  receive(A, message)  (A is a mailbox ID)</a:t>
            </a:r>
          </a:p>
          <a:p>
            <a:r>
              <a:rPr lang="en-US" dirty="0"/>
              <a:t>A mailbox can be owned by a process or the OS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3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E8DC-5515-4D67-852F-C13E898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Synchronization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008384-9DDD-4895-9611-F45106898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797664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3671962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60058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93538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Receiver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89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rendezvous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28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0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175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3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87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4099-5408-4C36-ACC0-2462C043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0229-52B5-433C-BF6B-5A0C2A0AC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 of messages</a:t>
            </a:r>
          </a:p>
          <a:p>
            <a:pPr lvl="1"/>
            <a:r>
              <a:rPr lang="en-US" dirty="0"/>
              <a:t>Zero capacity</a:t>
            </a:r>
          </a:p>
          <a:p>
            <a:pPr lvl="1"/>
            <a:r>
              <a:rPr lang="en-US" dirty="0"/>
              <a:t>Bounded</a:t>
            </a:r>
          </a:p>
          <a:p>
            <a:pPr lvl="1"/>
            <a:r>
              <a:rPr lang="en-US" dirty="0"/>
              <a:t>unbounded</a:t>
            </a:r>
          </a:p>
        </p:txBody>
      </p:sp>
    </p:spTree>
    <p:extLst>
      <p:ext uri="{BB962C8B-B14F-4D97-AF65-F5344CB8AC3E}">
        <p14:creationId xmlns:p14="http://schemas.microsoft.com/office/powerpoint/2010/main" val="124898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446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MS PGothic</vt:lpstr>
      <vt:lpstr>Arial</vt:lpstr>
      <vt:lpstr>Calibri</vt:lpstr>
      <vt:lpstr>Calibri Light</vt:lpstr>
      <vt:lpstr>Courier New</vt:lpstr>
      <vt:lpstr>Monaco</vt:lpstr>
      <vt:lpstr>Monotype Sorts</vt:lpstr>
      <vt:lpstr>Office Theme</vt:lpstr>
      <vt:lpstr>Processes Lesson 2 Interprocess Communications</vt:lpstr>
      <vt:lpstr>Why Do Processes Communicate?</vt:lpstr>
      <vt:lpstr>How do Processes Communicate</vt:lpstr>
      <vt:lpstr>Shared Memory or Message Passing</vt:lpstr>
      <vt:lpstr>Shared Memory </vt:lpstr>
      <vt:lpstr>Shared Memory Example</vt:lpstr>
      <vt:lpstr>Producer &amp; Consumer Process</vt:lpstr>
      <vt:lpstr>Producer &amp; Consumer Process</vt:lpstr>
      <vt:lpstr>Message Passing</vt:lpstr>
      <vt:lpstr>Message Passing Logical Link Design</vt:lpstr>
      <vt:lpstr>Direct Communication</vt:lpstr>
      <vt:lpstr>Indirect Communication</vt:lpstr>
      <vt:lpstr>Indirect Communication</vt:lpstr>
      <vt:lpstr>Message Passing Synchronization</vt:lpstr>
      <vt:lpstr>Buffering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Processes Lesson 2</dc:title>
  <dc:creator>David Liu</dc:creator>
  <cp:lastModifiedBy>David Liu</cp:lastModifiedBy>
  <cp:revision>31</cp:revision>
  <dcterms:created xsi:type="dcterms:W3CDTF">2021-09-20T13:52:43Z</dcterms:created>
  <dcterms:modified xsi:type="dcterms:W3CDTF">2022-02-01T15:05:12Z</dcterms:modified>
</cp:coreProperties>
</file>