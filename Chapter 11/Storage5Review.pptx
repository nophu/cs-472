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9591-4238-4DC4-91E6-7C8301CD0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CDCCE-CA3A-40E6-A382-73AEEEAF7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7DB06-E477-449E-BE6E-1D6C6ED9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262C7-617D-4084-ABBB-250D7B260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A9B9B-0E32-4194-BF50-CD7C2438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6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4EC7-BCCD-490B-A070-F8C7E8FE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69988-9526-4290-8A3C-46398278F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96914-4D67-4845-9CF2-DD65FF19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67869-7CE0-4C12-BEF0-1D5EBBDE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5A84B-8FCB-42B4-AAFF-8B18E483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74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BC9F4-323D-432F-BEAB-6302DA7AD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70FF8-9E20-46FD-AE72-1D412DE4B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333C9-4121-4444-8A91-E7C194F5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52F2C-F6F8-425D-A96A-3212B22A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88438-2885-48DD-9976-8E97FCFC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5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676B-A635-4E36-A1DB-666DC199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AA1A6-FB06-488F-BD42-6D987BCB1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AD30D-5FD2-4424-A2AA-E929954F9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7E2E8-5A9A-4EC0-93ED-80756287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D2AE0-FBBE-4F98-B849-B2E8082F4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84B5A-A7C8-4D5F-BCEF-4743412B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32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8C18B-A7BC-4324-8B55-DC6C03C00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1DDC6-B316-4F2A-8F5C-D96E65BA2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1A94E-EB33-4E94-A512-A890CFB00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E422-8A00-40F2-A35B-E0D33E0DD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B49D2-FEB8-4EAF-8439-B2472D7A8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494ED-B290-4495-B595-70588D3D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266CF8-89B3-43CB-BBCE-5E7D796E2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464783-CB58-4699-939A-298D5AD90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9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66771-49A8-4D17-A3DD-99D44D5D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ED760-7A6D-43C3-AF6C-BD4E6955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EC221-8481-4824-B7CB-0D06E25E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DB0683-061A-40C9-9B81-1B91840B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4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FEE7B7-7684-496D-96DC-39773E172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9C034-005C-419D-ABC0-33B7E49E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4BD2B-46E8-4104-AD6B-9DF085A2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62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AF-6B46-46D9-8E6C-41B520469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6D9AC-3ECC-494E-B250-FFF09089B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2D688-5811-45F4-B574-081822AE3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D13A8-613B-48B1-B797-7594E5E2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39388-2937-417C-80C6-F7C296A3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78E6E-7EC9-4088-95D5-3F94B6B4A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1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A4E9D-463E-427F-ACAF-3251A1454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48296E-3304-4B38-B09A-B0FEC1C6D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76E8D-5FB3-46D6-95D7-E45A3B445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6BDEA-890E-421E-86A2-C765A783E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911FF-34DB-4F61-8A83-0432D9586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61B77-57DB-4635-A44A-F476F5CFA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0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9CC7F-AA91-4D2E-A19B-EEB6C1C6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2A716-972C-463F-9E5E-133B4D6F5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81E76-9C9B-4FF3-BA04-576678CD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57FD4-39FF-430D-B71A-431A5CF2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F8D61-2990-47C1-9940-4E44E5AC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9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507A3-407C-49A5-AB53-5F458E89B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9C543-C704-4937-BCD5-5D867B166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E6671-4BC2-4200-8E50-707C4C5A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DAF83-2A56-45E6-AB57-3A74F704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2014E-3493-49F9-A082-EBCC712C4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7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4F9AD-EDF7-42D9-AB60-ED7648EB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06344-E92D-4970-B68D-065EC7713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66B24-2992-4C25-A514-109FA301D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1D871-63D9-4E9C-BB1E-09327C38A44A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D90D7-17F2-44D9-8E6F-0F815A255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933B8-9FC0-4694-B39B-32774769F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8EF45-E437-4FC0-BBFD-8EB5142DE7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14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5FE-9D08-4528-BE79-F255F2EBA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Mass Storage Structure</a:t>
            </a:r>
            <a:br>
              <a:rPr lang="en-US" dirty="0"/>
            </a:br>
            <a:r>
              <a:rPr lang="en-US"/>
              <a:t>Lesson 5</a:t>
            </a:r>
            <a:br>
              <a:rPr lang="en-US" dirty="0"/>
            </a:br>
            <a:r>
              <a:rPr lang="en-US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D1B18-6A18-4CD8-9978-4AEA3A17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EFCEF-9CE2-4275-8858-A1A59C2E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0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884D-CF6C-46A4-8088-AFC3452D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B33E-BF1B-4709-B9D1-3CD861622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Secondary Storage physical structures</a:t>
            </a:r>
          </a:p>
          <a:p>
            <a:pPr lvl="1"/>
            <a:r>
              <a:rPr lang="en-US" dirty="0"/>
              <a:t>HDD</a:t>
            </a:r>
          </a:p>
          <a:p>
            <a:pPr lvl="1"/>
            <a:r>
              <a:rPr lang="en-US" dirty="0"/>
              <a:t>NVM</a:t>
            </a:r>
          </a:p>
          <a:p>
            <a:r>
              <a:rPr lang="en-US" dirty="0"/>
              <a:t>HDD Scheduling: FCFS, SCAN, C-SCAN</a:t>
            </a:r>
          </a:p>
          <a:p>
            <a:r>
              <a:rPr lang="en-US" dirty="0"/>
              <a:t>NVM Scheduling</a:t>
            </a:r>
          </a:p>
          <a:p>
            <a:r>
              <a:rPr lang="en-US" dirty="0"/>
              <a:t>Storage Device Management</a:t>
            </a:r>
          </a:p>
          <a:p>
            <a:r>
              <a:rPr lang="en-US" dirty="0"/>
              <a:t>Swap-Space Management</a:t>
            </a:r>
          </a:p>
          <a:p>
            <a:r>
              <a:rPr lang="en-US" dirty="0"/>
              <a:t>Storage attachment</a:t>
            </a:r>
          </a:p>
        </p:txBody>
      </p:sp>
    </p:spTree>
    <p:extLst>
      <p:ext uri="{BB962C8B-B14F-4D97-AF65-F5344CB8AC3E}">
        <p14:creationId xmlns:p14="http://schemas.microsoft.com/office/powerpoint/2010/main" val="68518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884D-CF6C-46A4-8088-AFC3452D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B33E-BF1B-4709-B9D1-3CD861622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 attachment</a:t>
            </a:r>
          </a:p>
          <a:p>
            <a:pPr lvl="1"/>
            <a:r>
              <a:rPr lang="en-US" dirty="0"/>
              <a:t>Host-attached</a:t>
            </a:r>
          </a:p>
          <a:p>
            <a:pPr lvl="1"/>
            <a:r>
              <a:rPr lang="en-US" dirty="0"/>
              <a:t>Network-attached</a:t>
            </a:r>
          </a:p>
          <a:p>
            <a:pPr lvl="1"/>
            <a:r>
              <a:rPr lang="en-US" dirty="0"/>
              <a:t>Cloud storage</a:t>
            </a:r>
          </a:p>
          <a:p>
            <a:pPr lvl="1"/>
            <a:r>
              <a:rPr lang="en-US" dirty="0"/>
              <a:t>Storage-area networks &amp; Storage Arrays</a:t>
            </a:r>
          </a:p>
          <a:p>
            <a:r>
              <a:rPr lang="en-US" dirty="0"/>
              <a:t>RAID Structure</a:t>
            </a:r>
          </a:p>
          <a:p>
            <a:pPr lvl="1"/>
            <a:r>
              <a:rPr lang="en-US" dirty="0"/>
              <a:t>Redundancy for reliability vs Parallelism for performance</a:t>
            </a:r>
          </a:p>
          <a:p>
            <a:pPr lvl="1"/>
            <a:r>
              <a:rPr lang="en-US" dirty="0"/>
              <a:t>Stripping for performance vs mirroring vs parity for redundancy</a:t>
            </a:r>
          </a:p>
          <a:p>
            <a:pPr lvl="1"/>
            <a:r>
              <a:rPr lang="en-US" dirty="0"/>
              <a:t>Why RAID 4 is better than RAID 1</a:t>
            </a:r>
          </a:p>
          <a:p>
            <a:pPr lvl="1"/>
            <a:r>
              <a:rPr lang="en-US" dirty="0"/>
              <a:t>RAID 5 vs RAID 4</a:t>
            </a:r>
          </a:p>
        </p:txBody>
      </p:sp>
    </p:spTree>
    <p:extLst>
      <p:ext uri="{BB962C8B-B14F-4D97-AF65-F5344CB8AC3E}">
        <p14:creationId xmlns:p14="http://schemas.microsoft.com/office/powerpoint/2010/main" val="359328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884D-CF6C-46A4-8088-AFC3452D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B33E-BF1B-4709-B9D1-3CD861622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RAID Structure</a:t>
            </a:r>
          </a:p>
          <a:p>
            <a:pPr lvl="1"/>
            <a:r>
              <a:rPr lang="en-US" dirty="0"/>
              <a:t>Redundancy for </a:t>
            </a:r>
            <a:r>
              <a:rPr lang="en-US" dirty="0">
                <a:solidFill>
                  <a:srgbClr val="FF0000"/>
                </a:solidFill>
              </a:rPr>
              <a:t>reliability </a:t>
            </a:r>
            <a:r>
              <a:rPr lang="en-US" dirty="0"/>
              <a:t>vs Parallelism for performance</a:t>
            </a:r>
          </a:p>
          <a:p>
            <a:pPr lvl="1"/>
            <a:r>
              <a:rPr lang="en-US" dirty="0"/>
              <a:t>Stripping for performance vs mirroring vs parity for redundancy</a:t>
            </a:r>
          </a:p>
          <a:p>
            <a:pPr lvl="1"/>
            <a:r>
              <a:rPr lang="en-US" dirty="0"/>
              <a:t>Why RAID 4 is better than RAID 1</a:t>
            </a:r>
          </a:p>
          <a:p>
            <a:pPr lvl="1"/>
            <a:r>
              <a:rPr lang="en-US" dirty="0"/>
              <a:t>RAID 5 vs RAID 4</a:t>
            </a:r>
          </a:p>
          <a:p>
            <a:pPr lvl="1"/>
            <a:r>
              <a:rPr lang="en-US" dirty="0"/>
              <a:t>RAID 6 vs RAID 5</a:t>
            </a:r>
          </a:p>
          <a:p>
            <a:pPr lvl="1"/>
            <a:r>
              <a:rPr lang="en-US" dirty="0"/>
              <a:t>RAID 0+1 vs RAID 1+0</a:t>
            </a:r>
          </a:p>
          <a:p>
            <a:r>
              <a:rPr lang="en-US"/>
              <a:t>Object Storage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7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130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Mass Storage Structure Lesson 5 Review</vt:lpstr>
      <vt:lpstr>Important Concepts 1</vt:lpstr>
      <vt:lpstr>Important Concepts 2</vt:lpstr>
      <vt:lpstr>Important Concepts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 Storage Structure Lesson 6 Review</dc:title>
  <dc:creator>David Liu</dc:creator>
  <cp:lastModifiedBy>David Liu</cp:lastModifiedBy>
  <cp:revision>4</cp:revision>
  <dcterms:created xsi:type="dcterms:W3CDTF">2022-05-01T18:14:10Z</dcterms:created>
  <dcterms:modified xsi:type="dcterms:W3CDTF">2022-11-21T18:04:50Z</dcterms:modified>
</cp:coreProperties>
</file>