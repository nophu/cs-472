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347" r:id="rId3"/>
    <p:sldId id="374" r:id="rId4"/>
    <p:sldId id="348" r:id="rId5"/>
    <p:sldId id="349" r:id="rId6"/>
    <p:sldId id="352" r:id="rId7"/>
    <p:sldId id="353" r:id="rId8"/>
    <p:sldId id="354" r:id="rId9"/>
    <p:sldId id="355" r:id="rId10"/>
    <p:sldId id="376" r:id="rId11"/>
    <p:sldId id="39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DE7F-D71E-40EB-8794-1AE8F7F9CD8A}" type="datetimeFigureOut">
              <a:rPr lang="en-US" smtClean="0"/>
              <a:t>4/12/2022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3B4230-339B-4319-9CC0-C51ADD97F681}" type="slidenum">
              <a:rPr lang="en-US" smtClean="0"/>
              <a:t>‹#›</a:t>
            </a:fld>
            <a:endParaRPr lang="en-US"/>
          </a:p>
        </p:txBody>
      </p:sp>
    </p:spTree>
    <p:extLst>
      <p:ext uri="{BB962C8B-B14F-4D97-AF65-F5344CB8AC3E}">
        <p14:creationId xmlns:p14="http://schemas.microsoft.com/office/powerpoint/2010/main" val="3238778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E793F3C6-FA19-48F1-AB90-0190DD6B9D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D16DC7-AEB5-4833-8E2F-333B0864224B}"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ABD5E50B-B5DA-47A9-B3B0-B0B0DAC55F1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A812FDA3-B4E5-4DD1-8330-B7A8BBAE0D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219AAFFD-4D99-49B8-8508-9D85B81640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D673FEA-AE65-46B7-9A93-AB218B0E9F17}"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DD938697-819E-48E7-A743-E72B7822FA12}"/>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C45A3884-6145-4726-AFF6-CCB74BD1A1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AE6534A5-C6C9-4BF2-809C-CE90E7897A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89F402-22A4-48EE-B7B1-A082B011A01E}"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35842" name="Rectangle 2">
            <a:extLst>
              <a:ext uri="{FF2B5EF4-FFF2-40B4-BE49-F238E27FC236}">
                <a16:creationId xmlns:a16="http://schemas.microsoft.com/office/drawing/2014/main" id="{EB94C79D-48E9-44F9-BC6A-2DC2AC5A41AF}"/>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452E9C6B-B2EB-41E3-B1DE-AEFD7F004C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D3054F94-ABB4-4106-8BB3-EC65A78AA3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AA13287-3903-45A6-AFEE-0B99DB94D2F3}"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37890" name="Rectangle 2">
            <a:extLst>
              <a:ext uri="{FF2B5EF4-FFF2-40B4-BE49-F238E27FC236}">
                <a16:creationId xmlns:a16="http://schemas.microsoft.com/office/drawing/2014/main" id="{4D1FD4E3-3865-4D8A-9E24-385F1635E850}"/>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045546AD-EE0D-4FF1-92CA-C285A5CA5F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CD5B4CFE-7B7D-4497-9069-2E30DBB614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6E1E83A-167C-440D-B15D-A634F20AEEC4}"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39938" name="Rectangle 2">
            <a:extLst>
              <a:ext uri="{FF2B5EF4-FFF2-40B4-BE49-F238E27FC236}">
                <a16:creationId xmlns:a16="http://schemas.microsoft.com/office/drawing/2014/main" id="{4EB6AA0B-AA6A-4416-A85D-843DF36CC4E8}"/>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BDBBA904-5916-4E51-8534-F00A7C668F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D40DFD84-955A-4DC0-A10F-7BAE0E1B65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5819B95-D0B3-44AD-82D4-708BDB1DE921}"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41986" name="Rectangle 2">
            <a:extLst>
              <a:ext uri="{FF2B5EF4-FFF2-40B4-BE49-F238E27FC236}">
                <a16:creationId xmlns:a16="http://schemas.microsoft.com/office/drawing/2014/main" id="{5D1A7BD6-C2D5-4ADF-A1A1-B9DF25A92138}"/>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B3BB38F5-DD89-4FCD-A519-1DD8998805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AB12A67D-F04F-41CD-A3C8-B2F710DDD7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B0A862-D8D4-4BFD-973D-6666542529FE}"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44034" name="Rectangle 2">
            <a:extLst>
              <a:ext uri="{FF2B5EF4-FFF2-40B4-BE49-F238E27FC236}">
                <a16:creationId xmlns:a16="http://schemas.microsoft.com/office/drawing/2014/main" id="{4FC98C89-6D5E-4A1B-997B-EF17A424672F}"/>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0B3F0FCC-F26C-4A56-AE6F-EA4DD72AB5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E8D7348F-AD76-40E4-B525-3CC4EA57F8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795E74-AEB6-4D40-A079-F85984079A35}"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46082" name="Rectangle 2">
            <a:extLst>
              <a:ext uri="{FF2B5EF4-FFF2-40B4-BE49-F238E27FC236}">
                <a16:creationId xmlns:a16="http://schemas.microsoft.com/office/drawing/2014/main" id="{3F1CF938-0630-4315-9F48-66BFC070B95F}"/>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29575315-0F12-4319-A0CA-EEF414B93D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BE940A7F-CBB2-46AA-A5C6-8C54914EF1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137D6C-5471-4528-8517-32AA3BC0D086}"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DF2FCD34-2B08-43EA-BDB1-F02E2741655E}"/>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7CADAC0A-F755-4750-851C-0177C4F53A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799951ED-A124-40F3-B0DF-3219C4D7A3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4757FB-8070-441A-AEDC-777EA00EB65B}"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55DE2750-7C83-4F9C-8065-E9AC02969A3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AE74FEEB-A129-44D7-90CC-6254E99923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51BC6-EEAE-4578-A8A9-33FF7BB47E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6A5590-C1AA-4516-A302-9E3CE3C7E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7B9520-75A7-4121-916E-1121D7428FF3}"/>
              </a:ext>
            </a:extLst>
          </p:cNvPr>
          <p:cNvSpPr>
            <a:spLocks noGrp="1"/>
          </p:cNvSpPr>
          <p:nvPr>
            <p:ph type="dt" sz="half" idx="10"/>
          </p:nvPr>
        </p:nvSpPr>
        <p:spPr/>
        <p:txBody>
          <a:bodyPr/>
          <a:lstStyle/>
          <a:p>
            <a:fld id="{5A7F6B76-AC1C-4B83-A92B-CA9635F450F6}" type="datetime1">
              <a:rPr lang="en-US" smtClean="0"/>
              <a:t>4/12/2022</a:t>
            </a:fld>
            <a:endParaRPr lang="en-US"/>
          </a:p>
        </p:txBody>
      </p:sp>
      <p:sp>
        <p:nvSpPr>
          <p:cNvPr id="5" name="Footer Placeholder 4">
            <a:extLst>
              <a:ext uri="{FF2B5EF4-FFF2-40B4-BE49-F238E27FC236}">
                <a16:creationId xmlns:a16="http://schemas.microsoft.com/office/drawing/2014/main" id="{034F87B5-D48B-44A6-B8AA-C7BC0AB5C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112804-5644-46C8-A429-BF82F138262B}"/>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392972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07B8-F851-4E3C-9C69-7EE8F03737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3D96B0-3F38-42F8-AD6A-1DBFEB4EB4C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07F7D6-92B6-42A9-90A2-F0C919637A6E}"/>
              </a:ext>
            </a:extLst>
          </p:cNvPr>
          <p:cNvSpPr>
            <a:spLocks noGrp="1"/>
          </p:cNvSpPr>
          <p:nvPr>
            <p:ph type="dt" sz="half" idx="10"/>
          </p:nvPr>
        </p:nvSpPr>
        <p:spPr/>
        <p:txBody>
          <a:bodyPr/>
          <a:lstStyle/>
          <a:p>
            <a:fld id="{D597B081-02EB-494D-834C-AD2F25670391}" type="datetime1">
              <a:rPr lang="en-US" smtClean="0"/>
              <a:t>4/12/2022</a:t>
            </a:fld>
            <a:endParaRPr lang="en-US"/>
          </a:p>
        </p:txBody>
      </p:sp>
      <p:sp>
        <p:nvSpPr>
          <p:cNvPr id="5" name="Footer Placeholder 4">
            <a:extLst>
              <a:ext uri="{FF2B5EF4-FFF2-40B4-BE49-F238E27FC236}">
                <a16:creationId xmlns:a16="http://schemas.microsoft.com/office/drawing/2014/main" id="{372EC74A-BE82-48E4-B1F5-1377C6B8B6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9D4214-C87A-4999-A984-5FAEEFE66E07}"/>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517158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B6A0-A2FE-4C8C-8B32-ECB5A221AF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A441A8-EDAF-4FBC-B4E3-86FDC8A082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EB008D2-9C58-4FC0-A8C8-0787427BFD7C}"/>
              </a:ext>
            </a:extLst>
          </p:cNvPr>
          <p:cNvSpPr>
            <a:spLocks noGrp="1"/>
          </p:cNvSpPr>
          <p:nvPr>
            <p:ph type="dt" sz="half" idx="10"/>
          </p:nvPr>
        </p:nvSpPr>
        <p:spPr/>
        <p:txBody>
          <a:bodyPr/>
          <a:lstStyle/>
          <a:p>
            <a:fld id="{94D52375-039E-4AEB-BB85-9138333AD6C5}" type="datetime1">
              <a:rPr lang="en-US" smtClean="0"/>
              <a:t>4/12/2022</a:t>
            </a:fld>
            <a:endParaRPr lang="en-US"/>
          </a:p>
        </p:txBody>
      </p:sp>
      <p:sp>
        <p:nvSpPr>
          <p:cNvPr id="5" name="Footer Placeholder 4">
            <a:extLst>
              <a:ext uri="{FF2B5EF4-FFF2-40B4-BE49-F238E27FC236}">
                <a16:creationId xmlns:a16="http://schemas.microsoft.com/office/drawing/2014/main" id="{2D7B1C38-8468-4909-9CDE-2DFF470D69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12B68-A3FA-4CDD-B591-CBBF44DFE547}"/>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1991775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CF16-F0F3-447B-8450-2A65D13156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475C71-D309-4F40-85DD-5F826696CD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4E01D3-277D-4B55-916F-845F547CFFF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10B212-A8F6-4765-8D71-A6F83B0852B1}"/>
              </a:ext>
            </a:extLst>
          </p:cNvPr>
          <p:cNvSpPr>
            <a:spLocks noGrp="1"/>
          </p:cNvSpPr>
          <p:nvPr>
            <p:ph type="dt" sz="half" idx="10"/>
          </p:nvPr>
        </p:nvSpPr>
        <p:spPr/>
        <p:txBody>
          <a:bodyPr/>
          <a:lstStyle/>
          <a:p>
            <a:fld id="{2D89BB88-3B16-4AD3-A7AE-54F8DFFC072C}" type="datetime1">
              <a:rPr lang="en-US" smtClean="0"/>
              <a:t>4/12/2022</a:t>
            </a:fld>
            <a:endParaRPr lang="en-US"/>
          </a:p>
        </p:txBody>
      </p:sp>
      <p:sp>
        <p:nvSpPr>
          <p:cNvPr id="6" name="Footer Placeholder 5">
            <a:extLst>
              <a:ext uri="{FF2B5EF4-FFF2-40B4-BE49-F238E27FC236}">
                <a16:creationId xmlns:a16="http://schemas.microsoft.com/office/drawing/2014/main" id="{4AA93D14-FFBE-4B40-A421-FC719A94C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4C494E-C191-40E5-BE01-98CCE5B219B4}"/>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190613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4E849-8ACC-4742-B798-5A127C24E9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C9E55F-24F0-4C66-8450-D9E4C0AF1B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0DDEA39-ECD1-4BB0-A079-D6AC79578B1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0C0448-27E7-4278-8F6F-14BC5CFEEA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A5AB0A0-C289-49B8-A943-064A272F011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812B42-57D7-4E67-B31F-2EFFF66053B1}"/>
              </a:ext>
            </a:extLst>
          </p:cNvPr>
          <p:cNvSpPr>
            <a:spLocks noGrp="1"/>
          </p:cNvSpPr>
          <p:nvPr>
            <p:ph type="dt" sz="half" idx="10"/>
          </p:nvPr>
        </p:nvSpPr>
        <p:spPr/>
        <p:txBody>
          <a:bodyPr/>
          <a:lstStyle/>
          <a:p>
            <a:fld id="{79E5EB28-A3D5-461D-8D32-7DCCDDB89D36}" type="datetime1">
              <a:rPr lang="en-US" smtClean="0"/>
              <a:t>4/12/2022</a:t>
            </a:fld>
            <a:endParaRPr lang="en-US"/>
          </a:p>
        </p:txBody>
      </p:sp>
      <p:sp>
        <p:nvSpPr>
          <p:cNvPr id="8" name="Footer Placeholder 7">
            <a:extLst>
              <a:ext uri="{FF2B5EF4-FFF2-40B4-BE49-F238E27FC236}">
                <a16:creationId xmlns:a16="http://schemas.microsoft.com/office/drawing/2014/main" id="{5E4B6599-3D29-45D4-9750-B3CE76BE15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7255B6-E995-46EB-933B-2B973467FA9C}"/>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1676198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16792-9837-45C7-924B-702983F717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A9A08B-9163-4CD3-8771-D4AB24939C6A}"/>
              </a:ext>
            </a:extLst>
          </p:cNvPr>
          <p:cNvSpPr>
            <a:spLocks noGrp="1"/>
          </p:cNvSpPr>
          <p:nvPr>
            <p:ph type="dt" sz="half" idx="10"/>
          </p:nvPr>
        </p:nvSpPr>
        <p:spPr/>
        <p:txBody>
          <a:bodyPr/>
          <a:lstStyle/>
          <a:p>
            <a:fld id="{DF52E751-AC33-4459-A09A-3A9843331C7A}" type="datetime1">
              <a:rPr lang="en-US" smtClean="0"/>
              <a:t>4/12/2022</a:t>
            </a:fld>
            <a:endParaRPr lang="en-US"/>
          </a:p>
        </p:txBody>
      </p:sp>
      <p:sp>
        <p:nvSpPr>
          <p:cNvPr id="4" name="Footer Placeholder 3">
            <a:extLst>
              <a:ext uri="{FF2B5EF4-FFF2-40B4-BE49-F238E27FC236}">
                <a16:creationId xmlns:a16="http://schemas.microsoft.com/office/drawing/2014/main" id="{24EBB91C-5F61-4C64-9AC1-F6AF915899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F84075-8D65-40DA-8296-D0C6C1DD9901}"/>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4233620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98D75-D734-4ED4-812F-61093A0FC640}"/>
              </a:ext>
            </a:extLst>
          </p:cNvPr>
          <p:cNvSpPr>
            <a:spLocks noGrp="1"/>
          </p:cNvSpPr>
          <p:nvPr>
            <p:ph type="dt" sz="half" idx="10"/>
          </p:nvPr>
        </p:nvSpPr>
        <p:spPr/>
        <p:txBody>
          <a:bodyPr/>
          <a:lstStyle/>
          <a:p>
            <a:fld id="{8398736C-4B48-4448-B775-AFD7C02C199A}" type="datetime1">
              <a:rPr lang="en-US" smtClean="0"/>
              <a:t>4/12/2022</a:t>
            </a:fld>
            <a:endParaRPr lang="en-US"/>
          </a:p>
        </p:txBody>
      </p:sp>
      <p:sp>
        <p:nvSpPr>
          <p:cNvPr id="3" name="Footer Placeholder 2">
            <a:extLst>
              <a:ext uri="{FF2B5EF4-FFF2-40B4-BE49-F238E27FC236}">
                <a16:creationId xmlns:a16="http://schemas.microsoft.com/office/drawing/2014/main" id="{E106D06D-F4FA-4920-AA29-10C1A32535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35B5BB-1D69-4BFB-943C-00140E88B828}"/>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280436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07C97-81D7-488D-A630-C8FBE6C49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77E92C-873A-493F-9BE6-370BCA1EAC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CDA35F-0F76-49CF-BB47-6DA6E9489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122E46F-D8FF-4340-8920-A08ADF01EB92}"/>
              </a:ext>
            </a:extLst>
          </p:cNvPr>
          <p:cNvSpPr>
            <a:spLocks noGrp="1"/>
          </p:cNvSpPr>
          <p:nvPr>
            <p:ph type="dt" sz="half" idx="10"/>
          </p:nvPr>
        </p:nvSpPr>
        <p:spPr/>
        <p:txBody>
          <a:bodyPr/>
          <a:lstStyle/>
          <a:p>
            <a:fld id="{A6F5D25E-7FE6-4509-9440-30C1E8BF521A}" type="datetime1">
              <a:rPr lang="en-US" smtClean="0"/>
              <a:t>4/12/2022</a:t>
            </a:fld>
            <a:endParaRPr lang="en-US"/>
          </a:p>
        </p:txBody>
      </p:sp>
      <p:sp>
        <p:nvSpPr>
          <p:cNvPr id="6" name="Footer Placeholder 5">
            <a:extLst>
              <a:ext uri="{FF2B5EF4-FFF2-40B4-BE49-F238E27FC236}">
                <a16:creationId xmlns:a16="http://schemas.microsoft.com/office/drawing/2014/main" id="{7F56D84D-D61B-4406-AFE7-8707AB3AF0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E94D5F-0CBD-40E6-94F7-2AD87F231D7B}"/>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3607313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2D7C-B11D-4A88-B683-7B029A3645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4AD4E0-3B1B-47D0-9F2B-FC9C711DA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03B8B1-DBD8-4E03-92F3-A4B7EADD4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CBB5C01-5D62-498D-AA91-6F7CEB96388B}"/>
              </a:ext>
            </a:extLst>
          </p:cNvPr>
          <p:cNvSpPr>
            <a:spLocks noGrp="1"/>
          </p:cNvSpPr>
          <p:nvPr>
            <p:ph type="dt" sz="half" idx="10"/>
          </p:nvPr>
        </p:nvSpPr>
        <p:spPr/>
        <p:txBody>
          <a:bodyPr/>
          <a:lstStyle/>
          <a:p>
            <a:fld id="{9370AF2A-44BD-4480-8E81-74884CA6174B}" type="datetime1">
              <a:rPr lang="en-US" smtClean="0"/>
              <a:t>4/12/2022</a:t>
            </a:fld>
            <a:endParaRPr lang="en-US"/>
          </a:p>
        </p:txBody>
      </p:sp>
      <p:sp>
        <p:nvSpPr>
          <p:cNvPr id="6" name="Footer Placeholder 5">
            <a:extLst>
              <a:ext uri="{FF2B5EF4-FFF2-40B4-BE49-F238E27FC236}">
                <a16:creationId xmlns:a16="http://schemas.microsoft.com/office/drawing/2014/main" id="{979B0483-AF71-4DC3-9ED4-5C2FE253B5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479725-1A51-43CF-9867-5F133AC37EC5}"/>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1065187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C8647-7EBE-4583-92EB-1379426FD4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7EFB3A-F420-4C9A-AB28-3E5E2D716CF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F8B5-D01F-49AF-A5DE-6DA115736202}"/>
              </a:ext>
            </a:extLst>
          </p:cNvPr>
          <p:cNvSpPr>
            <a:spLocks noGrp="1"/>
          </p:cNvSpPr>
          <p:nvPr>
            <p:ph type="dt" sz="half" idx="10"/>
          </p:nvPr>
        </p:nvSpPr>
        <p:spPr/>
        <p:txBody>
          <a:bodyPr/>
          <a:lstStyle/>
          <a:p>
            <a:fld id="{9B03B250-DAAB-4301-A6C2-AC6F7829F9E5}" type="datetime1">
              <a:rPr lang="en-US" smtClean="0"/>
              <a:t>4/12/2022</a:t>
            </a:fld>
            <a:endParaRPr lang="en-US"/>
          </a:p>
        </p:txBody>
      </p:sp>
      <p:sp>
        <p:nvSpPr>
          <p:cNvPr id="5" name="Footer Placeholder 4">
            <a:extLst>
              <a:ext uri="{FF2B5EF4-FFF2-40B4-BE49-F238E27FC236}">
                <a16:creationId xmlns:a16="http://schemas.microsoft.com/office/drawing/2014/main" id="{86F13717-E2AB-4D59-B06A-60660AA0B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17BC4-B717-4634-9FFB-2469F875DC8D}"/>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267877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C478B9-F411-4A89-98F0-CD361D342A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432E21-92D9-4714-9501-29DFDA5B309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15D7E0-D62D-4850-9B40-E625412F98D8}"/>
              </a:ext>
            </a:extLst>
          </p:cNvPr>
          <p:cNvSpPr>
            <a:spLocks noGrp="1"/>
          </p:cNvSpPr>
          <p:nvPr>
            <p:ph type="dt" sz="half" idx="10"/>
          </p:nvPr>
        </p:nvSpPr>
        <p:spPr/>
        <p:txBody>
          <a:bodyPr/>
          <a:lstStyle/>
          <a:p>
            <a:fld id="{97418C49-853A-4D3A-B84A-AC477BC16E87}" type="datetime1">
              <a:rPr lang="en-US" smtClean="0"/>
              <a:t>4/12/2022</a:t>
            </a:fld>
            <a:endParaRPr lang="en-US"/>
          </a:p>
        </p:txBody>
      </p:sp>
      <p:sp>
        <p:nvSpPr>
          <p:cNvPr id="5" name="Footer Placeholder 4">
            <a:extLst>
              <a:ext uri="{FF2B5EF4-FFF2-40B4-BE49-F238E27FC236}">
                <a16:creationId xmlns:a16="http://schemas.microsoft.com/office/drawing/2014/main" id="{A9ACE862-CC66-4EEF-AA9E-B2B9A136D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DADAE-8A0F-472D-B7AA-F760C6DD4E82}"/>
              </a:ext>
            </a:extLst>
          </p:cNvPr>
          <p:cNvSpPr>
            <a:spLocks noGrp="1"/>
          </p:cNvSpPr>
          <p:nvPr>
            <p:ph type="sldNum" sz="quarter" idx="12"/>
          </p:nvPr>
        </p:nvSpPr>
        <p:spPr/>
        <p:txBody>
          <a:bodyPr/>
          <a:lstStyle/>
          <a:p>
            <a:fld id="{97D8DB6C-929B-46EE-9859-683F882DB78C}" type="slidenum">
              <a:rPr lang="en-US" smtClean="0"/>
              <a:t>‹#›</a:t>
            </a:fld>
            <a:endParaRPr lang="en-US"/>
          </a:p>
        </p:txBody>
      </p:sp>
    </p:spTree>
    <p:extLst>
      <p:ext uri="{BB962C8B-B14F-4D97-AF65-F5344CB8AC3E}">
        <p14:creationId xmlns:p14="http://schemas.microsoft.com/office/powerpoint/2010/main" val="278976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871275-4B01-42D1-BBDA-A0A3A5FDA0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3CB7CC-9FC3-49EA-B0D5-2BC79B6EDE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BD393-3C1D-49CD-84E8-6314B6B8EF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418C62-E96C-437D-B2C4-018811880B3E}" type="datetime1">
              <a:rPr lang="en-US" smtClean="0"/>
              <a:t>4/12/2022</a:t>
            </a:fld>
            <a:endParaRPr lang="en-US"/>
          </a:p>
        </p:txBody>
      </p:sp>
      <p:sp>
        <p:nvSpPr>
          <p:cNvPr id="5" name="Footer Placeholder 4">
            <a:extLst>
              <a:ext uri="{FF2B5EF4-FFF2-40B4-BE49-F238E27FC236}">
                <a16:creationId xmlns:a16="http://schemas.microsoft.com/office/drawing/2014/main" id="{D73FDE20-0F1E-48CB-B029-AAAD49656B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BB4A33-40A8-4DA7-B5A6-55D6D32E0E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D8DB6C-929B-46EE-9859-683F882DB78C}" type="slidenum">
              <a:rPr lang="en-US" smtClean="0"/>
              <a:t>‹#›</a:t>
            </a:fld>
            <a:endParaRPr lang="en-US"/>
          </a:p>
        </p:txBody>
      </p:sp>
    </p:spTree>
    <p:extLst>
      <p:ext uri="{BB962C8B-B14F-4D97-AF65-F5344CB8AC3E}">
        <p14:creationId xmlns:p14="http://schemas.microsoft.com/office/powerpoint/2010/main" val="4183786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E5FE-9D08-4528-BE79-F255F2EBA57B}"/>
              </a:ext>
            </a:extLst>
          </p:cNvPr>
          <p:cNvSpPr>
            <a:spLocks noGrp="1"/>
          </p:cNvSpPr>
          <p:nvPr>
            <p:ph type="ctrTitle"/>
          </p:nvPr>
        </p:nvSpPr>
        <p:spPr/>
        <p:txBody>
          <a:bodyPr>
            <a:normAutofit fontScale="90000"/>
          </a:bodyPr>
          <a:lstStyle/>
          <a:p>
            <a:r>
              <a:rPr lang="en-US" dirty="0"/>
              <a:t>Mass Storage Structure</a:t>
            </a:r>
            <a:br>
              <a:rPr lang="en-US" dirty="0"/>
            </a:br>
            <a:r>
              <a:rPr lang="en-US" dirty="0"/>
              <a:t>Lesson 2</a:t>
            </a:r>
            <a:br>
              <a:rPr lang="en-US" dirty="0"/>
            </a:br>
            <a:r>
              <a:rPr lang="en-US" dirty="0"/>
              <a:t>HDD Scheduling</a:t>
            </a:r>
          </a:p>
        </p:txBody>
      </p:sp>
      <p:sp>
        <p:nvSpPr>
          <p:cNvPr id="3" name="Subtitle 2">
            <a:extLst>
              <a:ext uri="{FF2B5EF4-FFF2-40B4-BE49-F238E27FC236}">
                <a16:creationId xmlns:a16="http://schemas.microsoft.com/office/drawing/2014/main" id="{60DD1B18-6A18-4CD8-9978-4AEA3A17C44D}"/>
              </a:ext>
            </a:extLst>
          </p:cNvPr>
          <p:cNvSpPr>
            <a:spLocks noGrp="1"/>
          </p:cNvSpPr>
          <p:nvPr>
            <p:ph type="subTitle" idx="1"/>
          </p:nvPr>
        </p:nvSpPr>
        <p:spPr/>
        <p:txBody>
          <a:bodyPr/>
          <a:lstStyle/>
          <a:p>
            <a:r>
              <a:rPr lang="en-US" dirty="0"/>
              <a:t>David Liu</a:t>
            </a:r>
          </a:p>
          <a:p>
            <a:r>
              <a:rPr lang="en-US" dirty="0"/>
              <a:t>Fall 2021, Spring 2022</a:t>
            </a:r>
          </a:p>
        </p:txBody>
      </p:sp>
      <p:sp>
        <p:nvSpPr>
          <p:cNvPr id="4" name="Slide Number Placeholder 3">
            <a:extLst>
              <a:ext uri="{FF2B5EF4-FFF2-40B4-BE49-F238E27FC236}">
                <a16:creationId xmlns:a16="http://schemas.microsoft.com/office/drawing/2014/main" id="{52B8300B-9FFA-48C4-9374-18CDEAD716AB}"/>
              </a:ext>
            </a:extLst>
          </p:cNvPr>
          <p:cNvSpPr>
            <a:spLocks noGrp="1"/>
          </p:cNvSpPr>
          <p:nvPr>
            <p:ph type="sldNum" sz="quarter" idx="12"/>
          </p:nvPr>
        </p:nvSpPr>
        <p:spPr/>
        <p:txBody>
          <a:bodyPr/>
          <a:lstStyle/>
          <a:p>
            <a:fld id="{97D8DB6C-929B-46EE-9859-683F882DB78C}" type="slidenum">
              <a:rPr lang="en-US" smtClean="0"/>
              <a:t>1</a:t>
            </a:fld>
            <a:endParaRPr lang="en-US"/>
          </a:p>
        </p:txBody>
      </p:sp>
    </p:spTree>
    <p:extLst>
      <p:ext uri="{BB962C8B-B14F-4D97-AF65-F5344CB8AC3E}">
        <p14:creationId xmlns:p14="http://schemas.microsoft.com/office/powerpoint/2010/main" val="201950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426DD4E0-76A0-4B6C-B961-CF374B57A6D4}"/>
              </a:ext>
            </a:extLst>
          </p:cNvPr>
          <p:cNvSpPr>
            <a:spLocks noGrp="1" noChangeArrowheads="1"/>
          </p:cNvSpPr>
          <p:nvPr>
            <p:ph type="title"/>
          </p:nvPr>
        </p:nvSpPr>
        <p:spPr>
          <a:xfrm>
            <a:off x="1981200" y="168276"/>
            <a:ext cx="8229600" cy="576263"/>
          </a:xfrm>
        </p:spPr>
        <p:txBody>
          <a:bodyPr>
            <a:normAutofit fontScale="90000"/>
          </a:bodyPr>
          <a:lstStyle/>
          <a:p>
            <a:pPr eaLnBrk="1" hangingPunct="1"/>
            <a:r>
              <a:rPr lang="en-US" altLang="en-US"/>
              <a:t>HDD Scheduling</a:t>
            </a:r>
          </a:p>
        </p:txBody>
      </p:sp>
      <p:sp>
        <p:nvSpPr>
          <p:cNvPr id="30722" name="Rectangle 3">
            <a:extLst>
              <a:ext uri="{FF2B5EF4-FFF2-40B4-BE49-F238E27FC236}">
                <a16:creationId xmlns:a16="http://schemas.microsoft.com/office/drawing/2014/main" id="{9607C6FA-605E-4852-948F-2606284876DE}"/>
              </a:ext>
            </a:extLst>
          </p:cNvPr>
          <p:cNvSpPr>
            <a:spLocks noGrp="1" noChangeArrowheads="1"/>
          </p:cNvSpPr>
          <p:nvPr>
            <p:ph type="body" idx="1"/>
          </p:nvPr>
        </p:nvSpPr>
        <p:spPr>
          <a:xfrm>
            <a:off x="1333348" y="1013782"/>
            <a:ext cx="9430132" cy="5232782"/>
          </a:xfrm>
        </p:spPr>
        <p:txBody>
          <a:bodyPr/>
          <a:lstStyle/>
          <a:p>
            <a:r>
              <a:rPr lang="en-US" altLang="en-US" dirty="0"/>
              <a:t>The operating system is responsible for using hardware efficiently — for the disk drives, this means having a fast access time and disk bandwidth</a:t>
            </a:r>
            <a:endParaRPr lang="en-US" altLang="en-US" sz="800" dirty="0"/>
          </a:p>
          <a:p>
            <a:r>
              <a:rPr lang="en-US" altLang="en-US" dirty="0"/>
              <a:t>Minimize seek time</a:t>
            </a:r>
            <a:endParaRPr lang="en-US" altLang="en-US" sz="800" dirty="0"/>
          </a:p>
          <a:p>
            <a:r>
              <a:rPr lang="en-US" altLang="en-US" dirty="0"/>
              <a:t>Seek time </a:t>
            </a:r>
            <a:r>
              <a:rPr lang="en-US" altLang="en-US" dirty="0">
                <a:sym typeface="Symbol" panose="05050102010706020507" pitchFamily="18" charset="2"/>
              </a:rPr>
              <a:t> seek distance</a:t>
            </a:r>
            <a:endParaRPr lang="en-US" altLang="en-US" sz="800" dirty="0">
              <a:sym typeface="Symbol" panose="05050102010706020507" pitchFamily="18" charset="2"/>
            </a:endParaRPr>
          </a:p>
          <a:p>
            <a:r>
              <a:rPr lang="en-US" altLang="en-US" dirty="0">
                <a:sym typeface="Symbol" panose="05050102010706020507" pitchFamily="18" charset="2"/>
              </a:rPr>
              <a:t>Disk </a:t>
            </a:r>
            <a:r>
              <a:rPr lang="en-US" altLang="en-US" b="1" dirty="0">
                <a:solidFill>
                  <a:srgbClr val="3366FF"/>
                </a:solidFill>
                <a:sym typeface="Symbol" panose="05050102010706020507" pitchFamily="18" charset="2"/>
              </a:rPr>
              <a:t>bandwidth</a:t>
            </a:r>
            <a:r>
              <a:rPr lang="en-US" altLang="en-US" dirty="0">
                <a:solidFill>
                  <a:srgbClr val="3366FF"/>
                </a:solidFill>
                <a:sym typeface="Symbol" panose="05050102010706020507" pitchFamily="18" charset="2"/>
              </a:rPr>
              <a:t> </a:t>
            </a:r>
            <a:r>
              <a:rPr lang="en-US" altLang="en-US" dirty="0">
                <a:sym typeface="Symbol" panose="05050102010706020507" pitchFamily="18" charset="2"/>
              </a:rPr>
              <a:t>is the total number of bytes transferred, divided by the total time between the first request for service and the completion of the last transfer</a:t>
            </a:r>
          </a:p>
          <a:p>
            <a:endParaRPr lang="en-US" altLang="en-US" dirty="0"/>
          </a:p>
        </p:txBody>
      </p:sp>
      <p:sp>
        <p:nvSpPr>
          <p:cNvPr id="2" name="Slide Number Placeholder 1">
            <a:extLst>
              <a:ext uri="{FF2B5EF4-FFF2-40B4-BE49-F238E27FC236}">
                <a16:creationId xmlns:a16="http://schemas.microsoft.com/office/drawing/2014/main" id="{61DEABA0-4A9F-4BE6-B14B-DE637D6E37AF}"/>
              </a:ext>
            </a:extLst>
          </p:cNvPr>
          <p:cNvSpPr>
            <a:spLocks noGrp="1"/>
          </p:cNvSpPr>
          <p:nvPr>
            <p:ph type="sldNum" sz="quarter" idx="12"/>
          </p:nvPr>
        </p:nvSpPr>
        <p:spPr/>
        <p:txBody>
          <a:bodyPr/>
          <a:lstStyle/>
          <a:p>
            <a:fld id="{97D8DB6C-929B-46EE-9859-683F882DB78C}"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DD8E686-C00C-4DFB-8D53-F34191294B6E}"/>
              </a:ext>
            </a:extLst>
          </p:cNvPr>
          <p:cNvSpPr>
            <a:spLocks noGrp="1" noChangeArrowheads="1"/>
          </p:cNvSpPr>
          <p:nvPr>
            <p:ph type="title"/>
          </p:nvPr>
        </p:nvSpPr>
        <p:spPr>
          <a:xfrm>
            <a:off x="2235200" y="141288"/>
            <a:ext cx="7975600" cy="576262"/>
          </a:xfrm>
        </p:spPr>
        <p:txBody>
          <a:bodyPr>
            <a:normAutofit fontScale="90000"/>
          </a:bodyPr>
          <a:lstStyle/>
          <a:p>
            <a:pPr eaLnBrk="1" hangingPunct="1"/>
            <a:r>
              <a:rPr lang="en-US" altLang="en-US"/>
              <a:t>Disk Scheduling (Cont.)</a:t>
            </a:r>
          </a:p>
        </p:txBody>
      </p:sp>
      <p:sp>
        <p:nvSpPr>
          <p:cNvPr id="32770" name="Rectangle 3">
            <a:extLst>
              <a:ext uri="{FF2B5EF4-FFF2-40B4-BE49-F238E27FC236}">
                <a16:creationId xmlns:a16="http://schemas.microsoft.com/office/drawing/2014/main" id="{5530D1D1-3D98-4649-820B-146E88424DA3}"/>
              </a:ext>
            </a:extLst>
          </p:cNvPr>
          <p:cNvSpPr>
            <a:spLocks noGrp="1" noChangeArrowheads="1"/>
          </p:cNvSpPr>
          <p:nvPr>
            <p:ph type="body" idx="1"/>
          </p:nvPr>
        </p:nvSpPr>
        <p:spPr>
          <a:xfrm>
            <a:off x="1190128" y="1001100"/>
            <a:ext cx="9485216" cy="4855799"/>
          </a:xfrm>
        </p:spPr>
        <p:txBody>
          <a:bodyPr>
            <a:normAutofit fontScale="85000" lnSpcReduction="20000"/>
          </a:bodyPr>
          <a:lstStyle/>
          <a:p>
            <a:pPr>
              <a:tabLst>
                <a:tab pos="1708150" algn="l"/>
              </a:tabLst>
            </a:pPr>
            <a:r>
              <a:rPr lang="en-US" altLang="en-US" dirty="0"/>
              <a:t>There are many sources of disk I/O request</a:t>
            </a:r>
          </a:p>
          <a:p>
            <a:pPr lvl="1">
              <a:tabLst>
                <a:tab pos="1708150" algn="l"/>
              </a:tabLst>
            </a:pPr>
            <a:r>
              <a:rPr lang="en-US" altLang="en-US" dirty="0"/>
              <a:t>OS</a:t>
            </a:r>
          </a:p>
          <a:p>
            <a:pPr lvl="1">
              <a:tabLst>
                <a:tab pos="1708150" algn="l"/>
              </a:tabLst>
            </a:pPr>
            <a:r>
              <a:rPr lang="en-US" altLang="en-US" dirty="0"/>
              <a:t>System processes</a:t>
            </a:r>
          </a:p>
          <a:p>
            <a:pPr lvl="1">
              <a:tabLst>
                <a:tab pos="1708150" algn="l"/>
              </a:tabLst>
            </a:pPr>
            <a:r>
              <a:rPr lang="en-US" altLang="en-US" dirty="0"/>
              <a:t>Users processes</a:t>
            </a:r>
          </a:p>
          <a:p>
            <a:pPr>
              <a:tabLst>
                <a:tab pos="1708150" algn="l"/>
              </a:tabLst>
            </a:pPr>
            <a:r>
              <a:rPr lang="en-US" altLang="en-US" dirty="0"/>
              <a:t>I/O request includes input or output mode, disk address, memory address, number of </a:t>
            </a:r>
            <a:r>
              <a:rPr lang="en-US" altLang="en-US" dirty="0">
                <a:solidFill>
                  <a:srgbClr val="FF0000"/>
                </a:solidFill>
              </a:rPr>
              <a:t>sectors</a:t>
            </a:r>
            <a:r>
              <a:rPr lang="en-US" altLang="en-US" dirty="0"/>
              <a:t> to transfer</a:t>
            </a:r>
          </a:p>
          <a:p>
            <a:pPr>
              <a:tabLst>
                <a:tab pos="1708150" algn="l"/>
              </a:tabLst>
            </a:pPr>
            <a:r>
              <a:rPr lang="en-US" altLang="en-US" dirty="0"/>
              <a:t>OS maintains queue of requests, per disk or device</a:t>
            </a:r>
          </a:p>
          <a:p>
            <a:pPr>
              <a:tabLst>
                <a:tab pos="1708150" algn="l"/>
              </a:tabLst>
            </a:pPr>
            <a:r>
              <a:rPr lang="en-US" altLang="en-US" dirty="0"/>
              <a:t>Idle disk can immediately work on I/O request, busy disk means work must queue</a:t>
            </a:r>
          </a:p>
          <a:p>
            <a:pPr lvl="1">
              <a:tabLst>
                <a:tab pos="1708150" algn="l"/>
              </a:tabLst>
            </a:pPr>
            <a:r>
              <a:rPr lang="en-US" altLang="en-US" dirty="0"/>
              <a:t>Optimization algorithms only make sense when a queue exists</a:t>
            </a:r>
          </a:p>
          <a:p>
            <a:pPr>
              <a:tabLst>
                <a:tab pos="1708150" algn="l"/>
              </a:tabLst>
            </a:pPr>
            <a:r>
              <a:rPr lang="en-US" altLang="en-US" dirty="0"/>
              <a:t>In the past, operating system responsible for queue management, disk drive head scheduling</a:t>
            </a:r>
          </a:p>
          <a:p>
            <a:pPr lvl="1">
              <a:tabLst>
                <a:tab pos="1708150" algn="l"/>
              </a:tabLst>
            </a:pPr>
            <a:r>
              <a:rPr lang="en-US" altLang="en-US" dirty="0"/>
              <a:t>Now, built into the storage devices, controllers</a:t>
            </a:r>
          </a:p>
          <a:p>
            <a:pPr lvl="1">
              <a:tabLst>
                <a:tab pos="1708150" algn="l"/>
              </a:tabLst>
            </a:pPr>
            <a:r>
              <a:rPr lang="en-US" altLang="en-US" dirty="0"/>
              <a:t>Just provide LBAs (Logical block addresses), handle sorting of requests</a:t>
            </a:r>
          </a:p>
          <a:p>
            <a:pPr lvl="2">
              <a:tabLst>
                <a:tab pos="1708150" algn="l"/>
              </a:tabLst>
            </a:pPr>
            <a:r>
              <a:rPr lang="en-US" altLang="en-US" dirty="0"/>
              <a:t>Some of the algorithms they use described next</a:t>
            </a:r>
          </a:p>
        </p:txBody>
      </p:sp>
      <p:sp>
        <p:nvSpPr>
          <p:cNvPr id="2" name="Slide Number Placeholder 1">
            <a:extLst>
              <a:ext uri="{FF2B5EF4-FFF2-40B4-BE49-F238E27FC236}">
                <a16:creationId xmlns:a16="http://schemas.microsoft.com/office/drawing/2014/main" id="{69D17A0F-B9FC-4756-B925-4D5B0510A6A5}"/>
              </a:ext>
            </a:extLst>
          </p:cNvPr>
          <p:cNvSpPr>
            <a:spLocks noGrp="1"/>
          </p:cNvSpPr>
          <p:nvPr>
            <p:ph type="sldNum" sz="quarter" idx="12"/>
          </p:nvPr>
        </p:nvSpPr>
        <p:spPr/>
        <p:txBody>
          <a:bodyPr/>
          <a:lstStyle/>
          <a:p>
            <a:fld id="{97D8DB6C-929B-46EE-9859-683F882DB78C}"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595D0B0F-7C20-43BD-BAD1-8563FE1EB358}"/>
              </a:ext>
            </a:extLst>
          </p:cNvPr>
          <p:cNvSpPr>
            <a:spLocks noGrp="1" noChangeArrowheads="1"/>
          </p:cNvSpPr>
          <p:nvPr>
            <p:ph type="title"/>
          </p:nvPr>
        </p:nvSpPr>
        <p:spPr>
          <a:xfrm>
            <a:off x="2235200" y="141288"/>
            <a:ext cx="7975600" cy="576262"/>
          </a:xfrm>
        </p:spPr>
        <p:txBody>
          <a:bodyPr>
            <a:normAutofit fontScale="90000"/>
          </a:bodyPr>
          <a:lstStyle/>
          <a:p>
            <a:pPr eaLnBrk="1" hangingPunct="1"/>
            <a:r>
              <a:rPr lang="en-US" altLang="en-US"/>
              <a:t>Disk Scheduling (Cont.)</a:t>
            </a:r>
          </a:p>
        </p:txBody>
      </p:sp>
      <p:sp>
        <p:nvSpPr>
          <p:cNvPr id="34818" name="Rectangle 3">
            <a:extLst>
              <a:ext uri="{FF2B5EF4-FFF2-40B4-BE49-F238E27FC236}">
                <a16:creationId xmlns:a16="http://schemas.microsoft.com/office/drawing/2014/main" id="{54826707-A3BD-485F-BC8A-197688A71E60}"/>
              </a:ext>
            </a:extLst>
          </p:cNvPr>
          <p:cNvSpPr>
            <a:spLocks noGrp="1" noChangeArrowheads="1"/>
          </p:cNvSpPr>
          <p:nvPr>
            <p:ph type="body" idx="1"/>
          </p:nvPr>
        </p:nvSpPr>
        <p:spPr>
          <a:xfrm>
            <a:off x="1660583" y="1038225"/>
            <a:ext cx="8550217" cy="5043086"/>
          </a:xfrm>
        </p:spPr>
        <p:txBody>
          <a:bodyPr>
            <a:normAutofit/>
          </a:bodyPr>
          <a:lstStyle/>
          <a:p>
            <a:pPr>
              <a:tabLst>
                <a:tab pos="1708150" algn="l"/>
              </a:tabLst>
            </a:pPr>
            <a:r>
              <a:rPr lang="en-US" altLang="en-US" dirty="0"/>
              <a:t>Note that drive controllers have small buffers and can manage a queue of I/O requests (of varying </a:t>
            </a:r>
            <a:r>
              <a:rPr lang="ja-JP" altLang="en-US" dirty="0"/>
              <a:t>“</a:t>
            </a:r>
            <a:r>
              <a:rPr lang="en-US" altLang="ja-JP" dirty="0"/>
              <a:t>depth</a:t>
            </a:r>
            <a:r>
              <a:rPr lang="ja-JP" altLang="en-US" dirty="0"/>
              <a:t>”</a:t>
            </a:r>
            <a:r>
              <a:rPr lang="en-US" altLang="ja-JP" dirty="0"/>
              <a:t>)</a:t>
            </a:r>
            <a:endParaRPr lang="en-US" altLang="en-US" dirty="0"/>
          </a:p>
          <a:p>
            <a:pPr>
              <a:tabLst>
                <a:tab pos="1708150" algn="l"/>
              </a:tabLst>
            </a:pPr>
            <a:r>
              <a:rPr lang="en-US" altLang="en-US" dirty="0"/>
              <a:t>Several algorithms exist to schedule the servicing of disk I/O requests</a:t>
            </a:r>
          </a:p>
          <a:p>
            <a:pPr>
              <a:tabLst>
                <a:tab pos="1708150" algn="l"/>
              </a:tabLst>
            </a:pPr>
            <a:r>
              <a:rPr lang="en-US" altLang="en-US" dirty="0"/>
              <a:t>The analysis is true for one or many platters</a:t>
            </a:r>
          </a:p>
          <a:p>
            <a:pPr>
              <a:tabLst>
                <a:tab pos="1708150" algn="l"/>
              </a:tabLst>
            </a:pPr>
            <a:r>
              <a:rPr lang="en-US" altLang="en-US" dirty="0"/>
              <a:t>We illustrate scheduling algorithms with a request queue (0-199)</a:t>
            </a:r>
          </a:p>
          <a:p>
            <a:pPr marL="0" indent="0">
              <a:buNone/>
              <a:tabLst>
                <a:tab pos="1708150" algn="l"/>
              </a:tabLst>
            </a:pPr>
            <a:br>
              <a:rPr lang="en-US" altLang="en-US" dirty="0"/>
            </a:br>
            <a:r>
              <a:rPr lang="en-US" altLang="en-US" dirty="0"/>
              <a:t>	98, 183, 37, 122, 14, 124, 65, 67  (cylinders)</a:t>
            </a:r>
          </a:p>
          <a:p>
            <a:pPr>
              <a:buNone/>
              <a:tabLst>
                <a:tab pos="1708150" algn="l"/>
              </a:tabLst>
            </a:pPr>
            <a:r>
              <a:rPr lang="en-US" altLang="en-US" dirty="0"/>
              <a:t>	</a:t>
            </a:r>
            <a:r>
              <a:rPr lang="en-US" altLang="en-US" dirty="0">
                <a:solidFill>
                  <a:schemeClr val="accent1"/>
                </a:solidFill>
              </a:rPr>
              <a:t>Head pointer </a:t>
            </a:r>
            <a:r>
              <a:rPr lang="en-US" altLang="en-US" dirty="0"/>
              <a:t>53</a:t>
            </a:r>
          </a:p>
        </p:txBody>
      </p:sp>
      <p:sp>
        <p:nvSpPr>
          <p:cNvPr id="2" name="Slide Number Placeholder 1">
            <a:extLst>
              <a:ext uri="{FF2B5EF4-FFF2-40B4-BE49-F238E27FC236}">
                <a16:creationId xmlns:a16="http://schemas.microsoft.com/office/drawing/2014/main" id="{C04E9C91-D28E-4FD0-A116-6006B756D845}"/>
              </a:ext>
            </a:extLst>
          </p:cNvPr>
          <p:cNvSpPr>
            <a:spLocks noGrp="1"/>
          </p:cNvSpPr>
          <p:nvPr>
            <p:ph type="sldNum" sz="quarter" idx="12"/>
          </p:nvPr>
        </p:nvSpPr>
        <p:spPr/>
        <p:txBody>
          <a:bodyPr/>
          <a:lstStyle/>
          <a:p>
            <a:fld id="{97D8DB6C-929B-46EE-9859-683F882DB78C}"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2D9E8B6-9E68-459E-AF92-600D194A2E79}"/>
              </a:ext>
            </a:extLst>
          </p:cNvPr>
          <p:cNvSpPr>
            <a:spLocks noGrp="1" noChangeArrowheads="1"/>
          </p:cNvSpPr>
          <p:nvPr>
            <p:ph type="title"/>
          </p:nvPr>
        </p:nvSpPr>
        <p:spPr>
          <a:xfrm>
            <a:off x="2506664" y="155576"/>
            <a:ext cx="6950075" cy="576263"/>
          </a:xfrm>
        </p:spPr>
        <p:txBody>
          <a:bodyPr>
            <a:normAutofit fontScale="90000"/>
          </a:bodyPr>
          <a:lstStyle/>
          <a:p>
            <a:pPr eaLnBrk="1" hangingPunct="1"/>
            <a:r>
              <a:rPr lang="en-US" altLang="en-US"/>
              <a:t>FCFS</a:t>
            </a:r>
          </a:p>
        </p:txBody>
      </p:sp>
      <p:sp>
        <p:nvSpPr>
          <p:cNvPr id="36866" name="Text Box 4">
            <a:extLst>
              <a:ext uri="{FF2B5EF4-FFF2-40B4-BE49-F238E27FC236}">
                <a16:creationId xmlns:a16="http://schemas.microsoft.com/office/drawing/2014/main" id="{C26AE1C8-E605-44B8-872D-47F83847C008}"/>
              </a:ext>
            </a:extLst>
          </p:cNvPr>
          <p:cNvSpPr txBox="1">
            <a:spLocks noChangeArrowheads="1"/>
          </p:cNvSpPr>
          <p:nvPr/>
        </p:nvSpPr>
        <p:spPr bwMode="auto">
          <a:xfrm>
            <a:off x="2506663" y="937434"/>
            <a:ext cx="5995317" cy="369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dirty="0">
                <a:latin typeface="Helvetica" panose="020B0604020202020204" pitchFamily="34" charset="0"/>
              </a:rPr>
              <a:t>Illustration shows total head movement of </a:t>
            </a:r>
            <a:r>
              <a:rPr lang="en-US" altLang="en-US" dirty="0">
                <a:solidFill>
                  <a:srgbClr val="FF0000"/>
                </a:solidFill>
                <a:latin typeface="Helvetica" panose="020B0604020202020204" pitchFamily="34" charset="0"/>
              </a:rPr>
              <a:t>640</a:t>
            </a:r>
            <a:r>
              <a:rPr lang="en-US" altLang="en-US" dirty="0">
                <a:latin typeface="Helvetica" panose="020B0604020202020204" pitchFamily="34" charset="0"/>
              </a:rPr>
              <a:t> cylinders</a:t>
            </a:r>
          </a:p>
        </p:txBody>
      </p:sp>
      <p:pic>
        <p:nvPicPr>
          <p:cNvPr id="36867" name="Picture 6">
            <a:extLst>
              <a:ext uri="{FF2B5EF4-FFF2-40B4-BE49-F238E27FC236}">
                <a16:creationId xmlns:a16="http://schemas.microsoft.com/office/drawing/2014/main" id="{CE997D7B-CB09-4DB3-994A-14EC43F459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6663" y="1512353"/>
            <a:ext cx="6711951" cy="4862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356A860-1E2F-4B57-B72D-6FC1AE93267C}"/>
              </a:ext>
            </a:extLst>
          </p:cNvPr>
          <p:cNvSpPr>
            <a:spLocks noGrp="1"/>
          </p:cNvSpPr>
          <p:nvPr>
            <p:ph type="sldNum" sz="quarter" idx="12"/>
          </p:nvPr>
        </p:nvSpPr>
        <p:spPr/>
        <p:txBody>
          <a:bodyPr/>
          <a:lstStyle/>
          <a:p>
            <a:fld id="{97D8DB6C-929B-46EE-9859-683F882DB78C}"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8378D042-DC55-4544-BA12-2A22E318EA6B}"/>
              </a:ext>
            </a:extLst>
          </p:cNvPr>
          <p:cNvSpPr>
            <a:spLocks noGrp="1" noChangeArrowheads="1"/>
          </p:cNvSpPr>
          <p:nvPr>
            <p:ph type="title"/>
          </p:nvPr>
        </p:nvSpPr>
        <p:spPr>
          <a:xfrm>
            <a:off x="1981201" y="155576"/>
            <a:ext cx="7840663" cy="576263"/>
          </a:xfrm>
        </p:spPr>
        <p:txBody>
          <a:bodyPr>
            <a:normAutofit fontScale="90000"/>
          </a:bodyPr>
          <a:lstStyle/>
          <a:p>
            <a:pPr eaLnBrk="1" hangingPunct="1"/>
            <a:r>
              <a:rPr lang="en-US" altLang="en-US"/>
              <a:t>SCAN</a:t>
            </a:r>
          </a:p>
        </p:txBody>
      </p:sp>
      <p:sp>
        <p:nvSpPr>
          <p:cNvPr id="38914" name="Rectangle 3">
            <a:extLst>
              <a:ext uri="{FF2B5EF4-FFF2-40B4-BE49-F238E27FC236}">
                <a16:creationId xmlns:a16="http://schemas.microsoft.com/office/drawing/2014/main" id="{EF05F98C-35BE-46FF-9A1E-51AC6496912E}"/>
              </a:ext>
            </a:extLst>
          </p:cNvPr>
          <p:cNvSpPr>
            <a:spLocks noGrp="1" noChangeArrowheads="1"/>
          </p:cNvSpPr>
          <p:nvPr>
            <p:ph type="body" idx="1"/>
          </p:nvPr>
        </p:nvSpPr>
        <p:spPr>
          <a:xfrm>
            <a:off x="1249688" y="1163637"/>
            <a:ext cx="8973965" cy="4697336"/>
          </a:xfrm>
        </p:spPr>
        <p:txBody>
          <a:bodyPr>
            <a:normAutofit/>
          </a:bodyPr>
          <a:lstStyle/>
          <a:p>
            <a:r>
              <a:rPr lang="en-US" altLang="en-US" dirty="0"/>
              <a:t>The disk arm starts at one end of the disk, and moves toward the other end, servicing requests until it gets to the other end of the disk, where the head movement is </a:t>
            </a:r>
            <a:r>
              <a:rPr lang="en-US" altLang="en-US" b="1" dirty="0"/>
              <a:t>reversed</a:t>
            </a:r>
            <a:r>
              <a:rPr lang="en-US" altLang="en-US" dirty="0"/>
              <a:t> and servicing continues.</a:t>
            </a:r>
          </a:p>
          <a:p>
            <a:r>
              <a:rPr lang="en-US" altLang="en-US" b="1" dirty="0">
                <a:solidFill>
                  <a:srgbClr val="3366FF"/>
                </a:solidFill>
              </a:rPr>
              <a:t>SCAN algorithm</a:t>
            </a:r>
            <a:r>
              <a:rPr lang="en-US" altLang="en-US" dirty="0">
                <a:solidFill>
                  <a:srgbClr val="3366FF"/>
                </a:solidFill>
              </a:rPr>
              <a:t> </a:t>
            </a:r>
            <a:r>
              <a:rPr lang="en-US" altLang="en-US" dirty="0"/>
              <a:t>Sometimes called the </a:t>
            </a:r>
            <a:r>
              <a:rPr lang="en-US" altLang="en-US" b="1" dirty="0">
                <a:solidFill>
                  <a:srgbClr val="3366FF"/>
                </a:solidFill>
              </a:rPr>
              <a:t>elevator algorithm</a:t>
            </a:r>
          </a:p>
          <a:p>
            <a:r>
              <a:rPr lang="en-US" altLang="en-US" dirty="0"/>
              <a:t>Illustration shows total head movement of 208 cylinders</a:t>
            </a:r>
          </a:p>
          <a:p>
            <a:r>
              <a:rPr lang="en-US" altLang="en-US" dirty="0"/>
              <a:t>But note that if requests are uniformly dense, largest density at other end of disk and those wait the longest</a:t>
            </a:r>
          </a:p>
        </p:txBody>
      </p:sp>
      <p:sp>
        <p:nvSpPr>
          <p:cNvPr id="2" name="Slide Number Placeholder 1">
            <a:extLst>
              <a:ext uri="{FF2B5EF4-FFF2-40B4-BE49-F238E27FC236}">
                <a16:creationId xmlns:a16="http://schemas.microsoft.com/office/drawing/2014/main" id="{6C0B2A8A-E03B-49C0-9D13-C14F8EF17166}"/>
              </a:ext>
            </a:extLst>
          </p:cNvPr>
          <p:cNvSpPr>
            <a:spLocks noGrp="1"/>
          </p:cNvSpPr>
          <p:nvPr>
            <p:ph type="sldNum" sz="quarter" idx="12"/>
          </p:nvPr>
        </p:nvSpPr>
        <p:spPr/>
        <p:txBody>
          <a:bodyPr/>
          <a:lstStyle/>
          <a:p>
            <a:fld id="{97D8DB6C-929B-46EE-9859-683F882DB78C}"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6E9311DC-32BF-4438-AB10-0D942C722BB5}"/>
              </a:ext>
            </a:extLst>
          </p:cNvPr>
          <p:cNvSpPr>
            <a:spLocks noGrp="1" noChangeArrowheads="1"/>
          </p:cNvSpPr>
          <p:nvPr>
            <p:ph type="title"/>
          </p:nvPr>
        </p:nvSpPr>
        <p:spPr>
          <a:xfrm>
            <a:off x="1981200" y="195263"/>
            <a:ext cx="8229600" cy="576262"/>
          </a:xfrm>
        </p:spPr>
        <p:txBody>
          <a:bodyPr>
            <a:normAutofit fontScale="90000"/>
          </a:bodyPr>
          <a:lstStyle/>
          <a:p>
            <a:pPr eaLnBrk="1" hangingPunct="1"/>
            <a:r>
              <a:rPr lang="en-US" altLang="en-US"/>
              <a:t>SCAN (Cont.)</a:t>
            </a:r>
          </a:p>
        </p:txBody>
      </p:sp>
      <p:pic>
        <p:nvPicPr>
          <p:cNvPr id="40962" name="Picture 6">
            <a:extLst>
              <a:ext uri="{FF2B5EF4-FFF2-40B4-BE49-F238E27FC236}">
                <a16:creationId xmlns:a16="http://schemas.microsoft.com/office/drawing/2014/main" id="{8DAA695B-3928-4804-8860-7E073F489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485" y="1525493"/>
            <a:ext cx="6633914" cy="50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526459AC-7D38-4A1D-87D4-D16952D32C5B}"/>
              </a:ext>
            </a:extLst>
          </p:cNvPr>
          <p:cNvSpPr/>
          <p:nvPr/>
        </p:nvSpPr>
        <p:spPr>
          <a:xfrm>
            <a:off x="3009357" y="963843"/>
            <a:ext cx="5446171" cy="369332"/>
          </a:xfrm>
          <a:prstGeom prst="rect">
            <a:avLst/>
          </a:prstGeom>
        </p:spPr>
        <p:txBody>
          <a:bodyPr wrap="none">
            <a:spAutoFit/>
          </a:bodyPr>
          <a:lstStyle/>
          <a:p>
            <a:r>
              <a:rPr lang="en-US" dirty="0"/>
              <a:t>Illustration shows total head movement of </a:t>
            </a:r>
            <a:r>
              <a:rPr lang="en-US" dirty="0">
                <a:solidFill>
                  <a:srgbClr val="FF0000"/>
                </a:solidFill>
              </a:rPr>
              <a:t>208</a:t>
            </a:r>
            <a:r>
              <a:rPr lang="en-US" dirty="0"/>
              <a:t> cylinders</a:t>
            </a:r>
          </a:p>
        </p:txBody>
      </p:sp>
      <p:sp>
        <p:nvSpPr>
          <p:cNvPr id="3" name="TextBox 2">
            <a:extLst>
              <a:ext uri="{FF2B5EF4-FFF2-40B4-BE49-F238E27FC236}">
                <a16:creationId xmlns:a16="http://schemas.microsoft.com/office/drawing/2014/main" id="{BF7ADFFB-A24C-4F23-9112-88F51C256FA5}"/>
              </a:ext>
            </a:extLst>
          </p:cNvPr>
          <p:cNvSpPr txBox="1"/>
          <p:nvPr/>
        </p:nvSpPr>
        <p:spPr>
          <a:xfrm>
            <a:off x="5444699" y="1902477"/>
            <a:ext cx="1325940" cy="369332"/>
          </a:xfrm>
          <a:prstGeom prst="rect">
            <a:avLst/>
          </a:prstGeom>
          <a:noFill/>
        </p:spPr>
        <p:txBody>
          <a:bodyPr wrap="none" rtlCol="0">
            <a:spAutoFit/>
          </a:bodyPr>
          <a:lstStyle/>
          <a:p>
            <a:r>
              <a:rPr lang="en-US" b="1" dirty="0"/>
              <a:t>Move down</a:t>
            </a:r>
          </a:p>
        </p:txBody>
      </p:sp>
      <p:sp>
        <p:nvSpPr>
          <p:cNvPr id="4" name="Slide Number Placeholder 3">
            <a:extLst>
              <a:ext uri="{FF2B5EF4-FFF2-40B4-BE49-F238E27FC236}">
                <a16:creationId xmlns:a16="http://schemas.microsoft.com/office/drawing/2014/main" id="{23C6121E-2803-4ECC-934A-0E79A862989A}"/>
              </a:ext>
            </a:extLst>
          </p:cNvPr>
          <p:cNvSpPr>
            <a:spLocks noGrp="1"/>
          </p:cNvSpPr>
          <p:nvPr>
            <p:ph type="sldNum" sz="quarter" idx="12"/>
          </p:nvPr>
        </p:nvSpPr>
        <p:spPr/>
        <p:txBody>
          <a:bodyPr/>
          <a:lstStyle/>
          <a:p>
            <a:fld id="{97D8DB6C-929B-46EE-9859-683F882DB78C}"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AAAF97A5-C62F-4E16-8D29-A89E652BDB3D}"/>
              </a:ext>
            </a:extLst>
          </p:cNvPr>
          <p:cNvSpPr>
            <a:spLocks noGrp="1" noChangeArrowheads="1"/>
          </p:cNvSpPr>
          <p:nvPr>
            <p:ph type="title"/>
          </p:nvPr>
        </p:nvSpPr>
        <p:spPr>
          <a:xfrm>
            <a:off x="1981200" y="155576"/>
            <a:ext cx="7869238" cy="576263"/>
          </a:xfrm>
        </p:spPr>
        <p:txBody>
          <a:bodyPr>
            <a:normAutofit fontScale="90000"/>
          </a:bodyPr>
          <a:lstStyle/>
          <a:p>
            <a:pPr eaLnBrk="1" hangingPunct="1"/>
            <a:r>
              <a:rPr lang="en-US" altLang="en-US"/>
              <a:t>C-SCAN</a:t>
            </a:r>
          </a:p>
        </p:txBody>
      </p:sp>
      <p:sp>
        <p:nvSpPr>
          <p:cNvPr id="43010" name="Rectangle 3">
            <a:extLst>
              <a:ext uri="{FF2B5EF4-FFF2-40B4-BE49-F238E27FC236}">
                <a16:creationId xmlns:a16="http://schemas.microsoft.com/office/drawing/2014/main" id="{EB901C0E-6C48-4D53-B125-E05E6467D696}"/>
              </a:ext>
            </a:extLst>
          </p:cNvPr>
          <p:cNvSpPr>
            <a:spLocks noGrp="1" noChangeArrowheads="1"/>
          </p:cNvSpPr>
          <p:nvPr>
            <p:ph type="body" idx="1"/>
          </p:nvPr>
        </p:nvSpPr>
        <p:spPr>
          <a:xfrm>
            <a:off x="1344364" y="1061122"/>
            <a:ext cx="8506074" cy="4469346"/>
          </a:xfrm>
        </p:spPr>
        <p:txBody>
          <a:bodyPr/>
          <a:lstStyle/>
          <a:p>
            <a:r>
              <a:rPr lang="en-US" altLang="en-US" dirty="0"/>
              <a:t>Provides a more uniform wait time than SCAN</a:t>
            </a:r>
          </a:p>
          <a:p>
            <a:r>
              <a:rPr lang="en-US" altLang="en-US" dirty="0"/>
              <a:t>The head moves from one end of the disk to the other, servicing requests as it goes</a:t>
            </a:r>
          </a:p>
          <a:p>
            <a:pPr lvl="1"/>
            <a:r>
              <a:rPr lang="en-US" altLang="en-US" dirty="0"/>
              <a:t>When it reaches the other end, however, it immediately returns to the beginning of the disk, without servicing any requests on the return trip</a:t>
            </a:r>
          </a:p>
          <a:p>
            <a:r>
              <a:rPr lang="en-US" altLang="en-US" dirty="0"/>
              <a:t>Treats the cylinders as a circular list that wraps around from the last cylinder to the first one</a:t>
            </a:r>
          </a:p>
          <a:p>
            <a:r>
              <a:rPr lang="en-US" altLang="en-US" dirty="0"/>
              <a:t>Total number of cylinders?</a:t>
            </a:r>
          </a:p>
        </p:txBody>
      </p:sp>
      <p:sp>
        <p:nvSpPr>
          <p:cNvPr id="2" name="Slide Number Placeholder 1">
            <a:extLst>
              <a:ext uri="{FF2B5EF4-FFF2-40B4-BE49-F238E27FC236}">
                <a16:creationId xmlns:a16="http://schemas.microsoft.com/office/drawing/2014/main" id="{169668A4-D1A3-42A0-8853-995BBF4253AB}"/>
              </a:ext>
            </a:extLst>
          </p:cNvPr>
          <p:cNvSpPr>
            <a:spLocks noGrp="1"/>
          </p:cNvSpPr>
          <p:nvPr>
            <p:ph type="sldNum" sz="quarter" idx="12"/>
          </p:nvPr>
        </p:nvSpPr>
        <p:spPr/>
        <p:txBody>
          <a:bodyPr/>
          <a:lstStyle/>
          <a:p>
            <a:fld id="{97D8DB6C-929B-46EE-9859-683F882DB78C}"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570B7458-2FD5-416F-9850-24266F48FA24}"/>
              </a:ext>
            </a:extLst>
          </p:cNvPr>
          <p:cNvSpPr>
            <a:spLocks noGrp="1" noChangeArrowheads="1"/>
          </p:cNvSpPr>
          <p:nvPr>
            <p:ph type="title"/>
          </p:nvPr>
        </p:nvSpPr>
        <p:spPr>
          <a:xfrm>
            <a:off x="1981200" y="182563"/>
            <a:ext cx="8229600" cy="576262"/>
          </a:xfrm>
        </p:spPr>
        <p:txBody>
          <a:bodyPr>
            <a:normAutofit fontScale="90000"/>
          </a:bodyPr>
          <a:lstStyle/>
          <a:p>
            <a:pPr eaLnBrk="1" hangingPunct="1"/>
            <a:r>
              <a:rPr lang="en-US" altLang="en-US"/>
              <a:t>C-SCAN (Cont.)</a:t>
            </a:r>
          </a:p>
        </p:txBody>
      </p:sp>
      <p:pic>
        <p:nvPicPr>
          <p:cNvPr id="45058" name="Picture 4">
            <a:extLst>
              <a:ext uri="{FF2B5EF4-FFF2-40B4-BE49-F238E27FC236}">
                <a16:creationId xmlns:a16="http://schemas.microsoft.com/office/drawing/2014/main" id="{9C958C30-DF60-4C7C-BA16-CB7EBF317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2524482" y="1650827"/>
            <a:ext cx="6104838" cy="430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4" name="TextBox 3">
            <a:extLst>
              <a:ext uri="{FF2B5EF4-FFF2-40B4-BE49-F238E27FC236}">
                <a16:creationId xmlns:a16="http://schemas.microsoft.com/office/drawing/2014/main" id="{82AE88E4-A7BF-4C0A-BA0F-F1FD6C417FAD}"/>
              </a:ext>
            </a:extLst>
          </p:cNvPr>
          <p:cNvSpPr txBox="1"/>
          <p:nvPr/>
        </p:nvSpPr>
        <p:spPr>
          <a:xfrm>
            <a:off x="5576901" y="2067730"/>
            <a:ext cx="1031436" cy="369332"/>
          </a:xfrm>
          <a:prstGeom prst="rect">
            <a:avLst/>
          </a:prstGeom>
          <a:noFill/>
        </p:spPr>
        <p:txBody>
          <a:bodyPr wrap="none" rtlCol="0">
            <a:spAutoFit/>
          </a:bodyPr>
          <a:lstStyle/>
          <a:p>
            <a:r>
              <a:rPr lang="en-US" b="1" dirty="0"/>
              <a:t>Move up</a:t>
            </a:r>
          </a:p>
        </p:txBody>
      </p:sp>
      <p:sp>
        <p:nvSpPr>
          <p:cNvPr id="5" name="Rectangle 4">
            <a:extLst>
              <a:ext uri="{FF2B5EF4-FFF2-40B4-BE49-F238E27FC236}">
                <a16:creationId xmlns:a16="http://schemas.microsoft.com/office/drawing/2014/main" id="{C46807EA-C9B9-45C6-BBCD-053536BA7421}"/>
              </a:ext>
            </a:extLst>
          </p:cNvPr>
          <p:cNvSpPr/>
          <p:nvPr/>
        </p:nvSpPr>
        <p:spPr>
          <a:xfrm>
            <a:off x="3009357" y="963843"/>
            <a:ext cx="7018716" cy="369332"/>
          </a:xfrm>
          <a:prstGeom prst="rect">
            <a:avLst/>
          </a:prstGeom>
        </p:spPr>
        <p:txBody>
          <a:bodyPr wrap="none">
            <a:spAutoFit/>
          </a:bodyPr>
          <a:lstStyle/>
          <a:p>
            <a:r>
              <a:rPr lang="en-US" dirty="0"/>
              <a:t>Illustration shows total head movement of  199-53 + </a:t>
            </a:r>
            <a:r>
              <a:rPr lang="en-US"/>
              <a:t>37-0 = 183 </a:t>
            </a:r>
            <a:r>
              <a:rPr lang="en-US" dirty="0"/>
              <a:t>cylinders</a:t>
            </a:r>
          </a:p>
        </p:txBody>
      </p:sp>
      <p:sp>
        <p:nvSpPr>
          <p:cNvPr id="2" name="Slide Number Placeholder 1">
            <a:extLst>
              <a:ext uri="{FF2B5EF4-FFF2-40B4-BE49-F238E27FC236}">
                <a16:creationId xmlns:a16="http://schemas.microsoft.com/office/drawing/2014/main" id="{6F8C2BCC-EFE8-400D-A8C7-A59684231D99}"/>
              </a:ext>
            </a:extLst>
          </p:cNvPr>
          <p:cNvSpPr>
            <a:spLocks noGrp="1"/>
          </p:cNvSpPr>
          <p:nvPr>
            <p:ph type="sldNum" sz="quarter" idx="12"/>
          </p:nvPr>
        </p:nvSpPr>
        <p:spPr/>
        <p:txBody>
          <a:bodyPr/>
          <a:lstStyle/>
          <a:p>
            <a:fld id="{97D8DB6C-929B-46EE-9859-683F882DB78C}"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9C8DEA3D-306D-405E-92B4-9E1924DB1639}"/>
              </a:ext>
            </a:extLst>
          </p:cNvPr>
          <p:cNvSpPr>
            <a:spLocks noGrp="1" noChangeArrowheads="1"/>
          </p:cNvSpPr>
          <p:nvPr>
            <p:ph type="title"/>
          </p:nvPr>
        </p:nvSpPr>
        <p:spPr>
          <a:xfrm>
            <a:off x="2800351" y="150813"/>
            <a:ext cx="7712075" cy="576262"/>
          </a:xfrm>
        </p:spPr>
        <p:txBody>
          <a:bodyPr/>
          <a:lstStyle/>
          <a:p>
            <a:pPr eaLnBrk="1" hangingPunct="1"/>
            <a:r>
              <a:rPr lang="en-US" altLang="en-US" sz="3000"/>
              <a:t>Selecting a Disk-Scheduling Algorithm</a:t>
            </a:r>
          </a:p>
        </p:txBody>
      </p:sp>
      <p:sp>
        <p:nvSpPr>
          <p:cNvPr id="47106" name="Rectangle 3">
            <a:extLst>
              <a:ext uri="{FF2B5EF4-FFF2-40B4-BE49-F238E27FC236}">
                <a16:creationId xmlns:a16="http://schemas.microsoft.com/office/drawing/2014/main" id="{606305FD-F901-49E4-9570-1891C250A205}"/>
              </a:ext>
            </a:extLst>
          </p:cNvPr>
          <p:cNvSpPr>
            <a:spLocks noGrp="1" noChangeArrowheads="1"/>
          </p:cNvSpPr>
          <p:nvPr>
            <p:ph type="body" idx="1"/>
          </p:nvPr>
        </p:nvSpPr>
        <p:spPr>
          <a:xfrm>
            <a:off x="1182781" y="727075"/>
            <a:ext cx="9933237" cy="5772877"/>
          </a:xfrm>
        </p:spPr>
        <p:txBody>
          <a:bodyPr>
            <a:normAutofit/>
          </a:bodyPr>
          <a:lstStyle/>
          <a:p>
            <a:r>
              <a:rPr lang="en-US" altLang="en-US" sz="2000" dirty="0"/>
              <a:t>SCAN and C-SCAN perform better for systems that place a heavy load on the disk</a:t>
            </a:r>
          </a:p>
          <a:p>
            <a:pPr lvl="1"/>
            <a:r>
              <a:rPr lang="en-US" altLang="en-US" sz="2000" dirty="0"/>
              <a:t>Less starvation, but still possible</a:t>
            </a:r>
          </a:p>
          <a:p>
            <a:r>
              <a:rPr lang="en-US" altLang="en-US" sz="2000" dirty="0"/>
              <a:t>To avoid starvation Linux implements </a:t>
            </a:r>
            <a:r>
              <a:rPr lang="en-US" altLang="en-US" sz="2000" b="1" dirty="0">
                <a:solidFill>
                  <a:srgbClr val="3366FF"/>
                </a:solidFill>
              </a:rPr>
              <a:t>deadline</a:t>
            </a:r>
            <a:r>
              <a:rPr lang="en-US" altLang="en-US" sz="2000" dirty="0"/>
              <a:t> scheduler</a:t>
            </a:r>
          </a:p>
          <a:p>
            <a:pPr lvl="1"/>
            <a:r>
              <a:rPr lang="en-US" altLang="en-US" sz="2000" dirty="0"/>
              <a:t>Maintains separate read and write queues, gives read priority</a:t>
            </a:r>
          </a:p>
          <a:p>
            <a:pPr lvl="2"/>
            <a:r>
              <a:rPr lang="en-US" altLang="en-US" dirty="0"/>
              <a:t>Because processes more likely to block on read than write</a:t>
            </a:r>
          </a:p>
          <a:p>
            <a:pPr lvl="1"/>
            <a:r>
              <a:rPr lang="en-US" altLang="en-US" sz="2000" dirty="0"/>
              <a:t>Implements four queues: 2 x read and 2 x write</a:t>
            </a:r>
          </a:p>
          <a:p>
            <a:pPr lvl="2"/>
            <a:r>
              <a:rPr lang="en-US" altLang="en-US" dirty="0"/>
              <a:t> 1 read and 1 write queue sorted in LBA order, essentially implementing C-SCAN</a:t>
            </a:r>
          </a:p>
          <a:p>
            <a:pPr lvl="2"/>
            <a:r>
              <a:rPr lang="en-US" altLang="en-US" dirty="0"/>
              <a:t>1 read and 1 write queue sorted in FCFS order</a:t>
            </a:r>
          </a:p>
          <a:p>
            <a:pPr lvl="2"/>
            <a:r>
              <a:rPr lang="en-US" altLang="en-US" dirty="0"/>
              <a:t>All I/O requests sent in </a:t>
            </a:r>
            <a:r>
              <a:rPr lang="en-US" altLang="en-US" b="1" dirty="0"/>
              <a:t>batch</a:t>
            </a:r>
            <a:r>
              <a:rPr lang="en-US" altLang="en-US" dirty="0"/>
              <a:t> sorted in that queue’s order</a:t>
            </a:r>
          </a:p>
          <a:p>
            <a:pPr lvl="2"/>
            <a:r>
              <a:rPr lang="en-US" altLang="en-US" dirty="0"/>
              <a:t>After each batch, checks if any requests in FCFS older than configured age (default 500ms)</a:t>
            </a:r>
          </a:p>
          <a:p>
            <a:pPr lvl="3"/>
            <a:r>
              <a:rPr lang="en-US" altLang="en-US" sz="2000" dirty="0"/>
              <a:t>If so, LBA queue containing that request is selected for next batch of I/O</a:t>
            </a:r>
          </a:p>
          <a:p>
            <a:r>
              <a:rPr lang="en-US" altLang="en-US" sz="2000" dirty="0"/>
              <a:t>In RHEL 7 also </a:t>
            </a:r>
          </a:p>
          <a:p>
            <a:pPr lvl="1"/>
            <a:r>
              <a:rPr lang="en-US" altLang="en-US" sz="2000" b="1" dirty="0">
                <a:solidFill>
                  <a:srgbClr val="3366FF"/>
                </a:solidFill>
              </a:rPr>
              <a:t>NOOP</a:t>
            </a:r>
            <a:r>
              <a:rPr lang="en-US" altLang="en-US" sz="2000" dirty="0"/>
              <a:t>  preferred for CPU-bounded systems using fast storage (NVM devices</a:t>
            </a:r>
          </a:p>
          <a:p>
            <a:pPr lvl="1"/>
            <a:r>
              <a:rPr lang="en-US" altLang="en-US" sz="2000" b="1" dirty="0">
                <a:solidFill>
                  <a:srgbClr val="3366FF"/>
                </a:solidFill>
              </a:rPr>
              <a:t>completely fair queueing</a:t>
            </a:r>
            <a:r>
              <a:rPr lang="en-US" altLang="en-US" sz="2000" dirty="0"/>
              <a:t> scheduler (</a:t>
            </a:r>
            <a:r>
              <a:rPr lang="en-US" altLang="en-US" sz="2000" b="1" dirty="0">
                <a:solidFill>
                  <a:srgbClr val="3366FF"/>
                </a:solidFill>
              </a:rPr>
              <a:t>CFQ</a:t>
            </a:r>
            <a:r>
              <a:rPr lang="en-US" altLang="en-US" sz="2000" dirty="0"/>
              <a:t>), default for SATA devices</a:t>
            </a:r>
          </a:p>
          <a:p>
            <a:pPr lvl="2"/>
            <a:endParaRPr lang="en-US" altLang="en-US" sz="1600" dirty="0"/>
          </a:p>
          <a:p>
            <a:endParaRPr lang="en-US" altLang="en-US" sz="1600" dirty="0"/>
          </a:p>
          <a:p>
            <a:endParaRPr lang="en-US" altLang="en-US" dirty="0"/>
          </a:p>
        </p:txBody>
      </p:sp>
      <p:sp>
        <p:nvSpPr>
          <p:cNvPr id="2" name="Slide Number Placeholder 1">
            <a:extLst>
              <a:ext uri="{FF2B5EF4-FFF2-40B4-BE49-F238E27FC236}">
                <a16:creationId xmlns:a16="http://schemas.microsoft.com/office/drawing/2014/main" id="{C5CFD8C7-8A21-49C1-A3EF-48E6954D6F52}"/>
              </a:ext>
            </a:extLst>
          </p:cNvPr>
          <p:cNvSpPr>
            <a:spLocks noGrp="1"/>
          </p:cNvSpPr>
          <p:nvPr>
            <p:ph type="sldNum" sz="quarter" idx="12"/>
          </p:nvPr>
        </p:nvSpPr>
        <p:spPr/>
        <p:txBody>
          <a:bodyPr/>
          <a:lstStyle/>
          <a:p>
            <a:fld id="{97D8DB6C-929B-46EE-9859-683F882DB78C}"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07E564BE-4BA9-42A7-90DC-808352124641}"/>
              </a:ext>
            </a:extLst>
          </p:cNvPr>
          <p:cNvSpPr>
            <a:spLocks noGrp="1" noChangeArrowheads="1"/>
          </p:cNvSpPr>
          <p:nvPr>
            <p:ph type="title"/>
          </p:nvPr>
        </p:nvSpPr>
        <p:spPr>
          <a:xfrm>
            <a:off x="2800351" y="150813"/>
            <a:ext cx="7712075" cy="576262"/>
          </a:xfrm>
        </p:spPr>
        <p:txBody>
          <a:bodyPr/>
          <a:lstStyle/>
          <a:p>
            <a:pPr eaLnBrk="1" hangingPunct="1"/>
            <a:r>
              <a:rPr lang="en-US" altLang="en-US" sz="3000"/>
              <a:t>NVM Scheduling</a:t>
            </a:r>
          </a:p>
        </p:txBody>
      </p:sp>
      <p:sp>
        <p:nvSpPr>
          <p:cNvPr id="49154" name="Rectangle 3">
            <a:extLst>
              <a:ext uri="{FF2B5EF4-FFF2-40B4-BE49-F238E27FC236}">
                <a16:creationId xmlns:a16="http://schemas.microsoft.com/office/drawing/2014/main" id="{E24B73F2-45AD-45A5-89D2-F48BAF8D4911}"/>
              </a:ext>
            </a:extLst>
          </p:cNvPr>
          <p:cNvSpPr>
            <a:spLocks noGrp="1" noChangeArrowheads="1"/>
          </p:cNvSpPr>
          <p:nvPr>
            <p:ph type="body" idx="1"/>
          </p:nvPr>
        </p:nvSpPr>
        <p:spPr>
          <a:xfrm>
            <a:off x="1248883" y="1059056"/>
            <a:ext cx="9151039" cy="4945137"/>
          </a:xfrm>
        </p:spPr>
        <p:txBody>
          <a:bodyPr/>
          <a:lstStyle/>
          <a:p>
            <a:r>
              <a:rPr lang="en-US" altLang="en-US" sz="2400" dirty="0"/>
              <a:t>No disk heads or rotational latency but still room for optimization</a:t>
            </a:r>
          </a:p>
          <a:p>
            <a:r>
              <a:rPr lang="en-US" altLang="en-US" sz="2400" dirty="0"/>
              <a:t>In RHEL 7 </a:t>
            </a:r>
            <a:r>
              <a:rPr lang="en-US" altLang="en-US" sz="2400" b="1" dirty="0">
                <a:solidFill>
                  <a:srgbClr val="3366FF"/>
                </a:solidFill>
              </a:rPr>
              <a:t>NOOP</a:t>
            </a:r>
            <a:r>
              <a:rPr lang="en-US" altLang="en-US" sz="2400" dirty="0"/>
              <a:t> (no scheduling) is used but adjacent LBA requests are combined</a:t>
            </a:r>
          </a:p>
          <a:p>
            <a:pPr lvl="1"/>
            <a:r>
              <a:rPr lang="en-US" altLang="en-US" dirty="0"/>
              <a:t>NVM best at random I/O, HDD at sequential</a:t>
            </a:r>
          </a:p>
          <a:p>
            <a:pPr lvl="1"/>
            <a:r>
              <a:rPr lang="en-US" altLang="en-US" dirty="0"/>
              <a:t>Throughput can be similar</a:t>
            </a:r>
          </a:p>
          <a:p>
            <a:pPr lvl="1"/>
            <a:r>
              <a:rPr lang="en-US" altLang="en-US" b="1" dirty="0" err="1">
                <a:solidFill>
                  <a:srgbClr val="3366FF"/>
                </a:solidFill>
              </a:rPr>
              <a:t>Input/Output</a:t>
            </a:r>
            <a:r>
              <a:rPr lang="en-US" altLang="en-US" b="1" dirty="0">
                <a:solidFill>
                  <a:srgbClr val="3366FF"/>
                </a:solidFill>
              </a:rPr>
              <a:t> operations per second</a:t>
            </a:r>
            <a:r>
              <a:rPr lang="en-US" altLang="en-US" dirty="0"/>
              <a:t> (</a:t>
            </a:r>
            <a:r>
              <a:rPr lang="en-US" altLang="en-US" b="1" dirty="0">
                <a:solidFill>
                  <a:srgbClr val="3366FF"/>
                </a:solidFill>
              </a:rPr>
              <a:t>IOPS</a:t>
            </a:r>
            <a:r>
              <a:rPr lang="en-US" altLang="en-US" dirty="0"/>
              <a:t>) much higher with NVM (hundreds of thousands vs hundreds)</a:t>
            </a:r>
          </a:p>
          <a:p>
            <a:pPr lvl="1"/>
            <a:r>
              <a:rPr lang="en-US" altLang="en-US" dirty="0"/>
              <a:t>But </a:t>
            </a:r>
            <a:r>
              <a:rPr lang="en-US" altLang="en-US" b="1" dirty="0">
                <a:solidFill>
                  <a:srgbClr val="3366FF"/>
                </a:solidFill>
              </a:rPr>
              <a:t>write amplification </a:t>
            </a:r>
            <a:r>
              <a:rPr lang="en-US" altLang="en-US" dirty="0"/>
              <a:t>(one write, causing garbage collection and many read/writes) can decrease the performance advantage</a:t>
            </a:r>
          </a:p>
          <a:p>
            <a:pPr lvl="2"/>
            <a:endParaRPr lang="en-US" altLang="en-US" sz="1600" dirty="0"/>
          </a:p>
          <a:p>
            <a:endParaRPr lang="en-US" altLang="en-US" sz="1600" dirty="0"/>
          </a:p>
          <a:p>
            <a:endParaRPr lang="en-US" altLang="en-US" dirty="0"/>
          </a:p>
        </p:txBody>
      </p:sp>
      <p:sp>
        <p:nvSpPr>
          <p:cNvPr id="2" name="Slide Number Placeholder 1">
            <a:extLst>
              <a:ext uri="{FF2B5EF4-FFF2-40B4-BE49-F238E27FC236}">
                <a16:creationId xmlns:a16="http://schemas.microsoft.com/office/drawing/2014/main" id="{57D58FC0-CD59-436B-BCE4-5854B1168BE9}"/>
              </a:ext>
            </a:extLst>
          </p:cNvPr>
          <p:cNvSpPr>
            <a:spLocks noGrp="1"/>
          </p:cNvSpPr>
          <p:nvPr>
            <p:ph type="sldNum" sz="quarter" idx="12"/>
          </p:nvPr>
        </p:nvSpPr>
        <p:spPr/>
        <p:txBody>
          <a:bodyPr/>
          <a:lstStyle/>
          <a:p>
            <a:fld id="{97D8DB6C-929B-46EE-9859-683F882DB78C}" type="slidenum">
              <a:rPr lang="en-US" smtClean="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750</Words>
  <Application>Microsoft Office PowerPoint</Application>
  <PresentationFormat>Widescreen</PresentationFormat>
  <Paragraphs>92</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MS PGothic</vt:lpstr>
      <vt:lpstr>游ゴシック</vt:lpstr>
      <vt:lpstr>Arial</vt:lpstr>
      <vt:lpstr>Calibri</vt:lpstr>
      <vt:lpstr>Calibri Light</vt:lpstr>
      <vt:lpstr>Helvetica</vt:lpstr>
      <vt:lpstr>Symbol</vt:lpstr>
      <vt:lpstr>Times New Roman</vt:lpstr>
      <vt:lpstr>Office Theme</vt:lpstr>
      <vt:lpstr>Mass Storage Structure Lesson 2 HDD Scheduling</vt:lpstr>
      <vt:lpstr>HDD Scheduling</vt:lpstr>
      <vt:lpstr>Disk Scheduling (Cont.)</vt:lpstr>
      <vt:lpstr>Disk Scheduling (Cont.)</vt:lpstr>
      <vt:lpstr>FCFS</vt:lpstr>
      <vt:lpstr>SCAN</vt:lpstr>
      <vt:lpstr>SCAN (Cont.)</vt:lpstr>
      <vt:lpstr>C-SCAN</vt:lpstr>
      <vt:lpstr>C-SCAN (Cont.)</vt:lpstr>
      <vt:lpstr>Selecting a Disk-Scheduling Algorithm</vt:lpstr>
      <vt:lpstr>NVM Scheduling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Storage Lesson 2 HDD Scheduling</dc:title>
  <dc:creator>David Liu</dc:creator>
  <cp:lastModifiedBy>David Liu</cp:lastModifiedBy>
  <cp:revision>10</cp:revision>
  <dcterms:created xsi:type="dcterms:W3CDTF">2021-11-29T16:05:25Z</dcterms:created>
  <dcterms:modified xsi:type="dcterms:W3CDTF">2022-04-12T14:50:12Z</dcterms:modified>
</cp:coreProperties>
</file>