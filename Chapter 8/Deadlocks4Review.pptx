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6394-D541-4F63-8E25-FEAABA42D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6C6E3-807F-4D46-B263-ACF3C6696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073C3-FE37-491E-9D59-56689BA3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21D94-798C-4F02-85DA-11FB4075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AEA39-7C71-49F5-B619-B741908C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7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2D2-113F-4AB0-AB65-98AC979B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CA556-667E-4FF0-AEB6-E40EB707B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50181-480F-4758-A01D-BBBD7F0E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DC0F3-A0CA-438E-877D-71612813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84A65-5D95-46B4-9B85-B127DA6E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2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204FB-217F-4DCB-870E-3EF909048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967AA-04EA-4516-9C15-F5EDC7E1A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EB190-5577-4953-A3F7-332C5E171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57AC0-ACA4-4A7C-850E-359B0FB5B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A4986-2901-41B9-BA3A-33B21BEB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6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515C-4916-4012-97A9-7CFD4BD9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3AE8-01CA-4A23-AAB3-50FB5F211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45A11-E31E-4923-96DC-54940B484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2E76A-C60B-423B-B4B6-23B8E0B47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EB9B6-C8EB-420A-998B-6645DFA6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26892-681C-42B6-87C1-38789B74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2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F419-40F6-4901-A7B5-A037AB27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8C690-C229-46C3-9567-88BFBD43A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B26D9-D218-465D-BBA1-2F6C16646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7BA846-84A3-4AB2-B7E5-8DB79759E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68132-074E-4515-A6D4-2498D159B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6DF47-6A6F-4A4E-B3BF-FCF86074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9DF02-090B-4CDD-860B-1A8840E6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C1192-A0BC-4352-B979-0DCBD129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8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98BF-08C4-42C5-8A28-E5FF70E3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ABD31-2E18-493A-9D12-C2F076CD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B517A-8523-4343-8165-252E9CB2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88EFE-824C-44A0-8692-D326A68E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5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94A46-EA17-4AF8-855F-74D02121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2BD09-9411-42F3-B5A0-6C32BC70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317DC-E7EC-45FF-B70B-6745920AB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35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FB1C-2583-4E7F-9AD1-2DF91EA9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703D-BCEB-47A0-A6A8-A96602057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3D37A-AA57-4248-86DF-A50813483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DD41E-D2E1-41B3-913D-8FD0E2BF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EEA9A-BD8F-4A3F-8FAD-F680FB91C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04D64-ED35-4C3E-85B7-792D6987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3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FF15-F3A1-41B5-8EE3-8AC015C7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9CF35-52C6-4366-A8B9-2B5F787E9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62677-81F0-477B-B9DC-7DC0769E9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4A331-79FE-4F7B-992A-D07C4669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A4585-4D2D-4667-A12E-F21911EA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7A166-0130-44F9-B0B4-0AD47073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44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E8E8-5370-47F1-AE4F-5E8397FD6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DB2DD-6967-4242-9510-0BF28C9E9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C0AE7-1437-4C45-8E36-DE12FD4B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A8B76-7487-48D2-8DEC-505E2DFC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5DD68-E827-4E90-8D1B-B459EF59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29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AD3E8-C7E6-4CB1-A5B3-3E3CB390C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51A7F-9602-4A27-A24F-EE3C076EC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A4F83-ABF1-4744-BE86-48BA049C0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35EF2-B00C-419F-891E-03FEA1C7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747A7-31E5-40F6-9A31-27C93419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2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D6E81D-B088-4B61-A0B9-C74E11C23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DE65E-0999-46D9-832E-DC355F214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D47B-E09A-4F22-8C7B-4815F1D0D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B3D9F-3068-494C-8E31-15EC455A2829}" type="datetimeFigureOut">
              <a:rPr lang="en-US" smtClean="0"/>
              <a:t>4/28/2022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85F60-C084-42B9-B3F5-257049AFF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CAC8-F063-495E-83E0-3C124DB41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0D77B-ADE9-4F77-842A-1A4D805C5C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2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E8A8-A79F-4C5D-AEE2-70F7603FA0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Deadlocks</a:t>
            </a:r>
            <a:br>
              <a:rPr lang="en-US" dirty="0"/>
            </a:br>
            <a:r>
              <a:rPr lang="en-US" dirty="0"/>
              <a:t>Lesson 4</a:t>
            </a:r>
            <a:br>
              <a:rPr lang="en-US" dirty="0"/>
            </a:br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C9604-2693-47D6-9F95-DC0AC0FFB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Spring 2022</a:t>
            </a:r>
          </a:p>
        </p:txBody>
      </p:sp>
    </p:spTree>
    <p:extLst>
      <p:ext uri="{BB962C8B-B14F-4D97-AF65-F5344CB8AC3E}">
        <p14:creationId xmlns:p14="http://schemas.microsoft.com/office/powerpoint/2010/main" val="2290488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60B64-5335-4B14-AE19-95876E59F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94DA-71A0-4647-8721-1845EF6F3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deadlocks</a:t>
            </a:r>
          </a:p>
          <a:p>
            <a:r>
              <a:rPr lang="en-US" dirty="0"/>
              <a:t>System model: resource request, use, release</a:t>
            </a:r>
          </a:p>
          <a:p>
            <a:r>
              <a:rPr lang="en-US" dirty="0"/>
              <a:t>Liveness failure</a:t>
            </a:r>
          </a:p>
          <a:p>
            <a:pPr lvl="1"/>
            <a:r>
              <a:rPr lang="en-US" dirty="0" err="1"/>
              <a:t>Livelock</a:t>
            </a:r>
            <a:r>
              <a:rPr lang="en-US" dirty="0"/>
              <a:t> vs deadlock</a:t>
            </a:r>
          </a:p>
          <a:p>
            <a:r>
              <a:rPr lang="en-US" dirty="0"/>
              <a:t>Deadlock necessary conditions: 4 conditions</a:t>
            </a:r>
          </a:p>
          <a:p>
            <a:r>
              <a:rPr lang="en-US" dirty="0"/>
              <a:t>Resource allocation graph and its usage</a:t>
            </a:r>
          </a:p>
          <a:p>
            <a:r>
              <a:rPr lang="en-US" dirty="0"/>
              <a:t>Deadlock prevention</a:t>
            </a:r>
          </a:p>
          <a:p>
            <a:pPr lvl="1"/>
            <a:r>
              <a:rPr lang="en-US" dirty="0"/>
              <a:t>Total ordering of all resource types</a:t>
            </a:r>
          </a:p>
        </p:txBody>
      </p:sp>
    </p:spTree>
    <p:extLst>
      <p:ext uri="{BB962C8B-B14F-4D97-AF65-F5344CB8AC3E}">
        <p14:creationId xmlns:p14="http://schemas.microsoft.com/office/powerpoint/2010/main" val="168577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E814-83A7-404A-A8E9-49A514AD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9922-B927-4443-924A-DDF298B2C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avoidance</a:t>
            </a:r>
          </a:p>
          <a:p>
            <a:pPr lvl="1"/>
            <a:r>
              <a:rPr lang="en-US" dirty="0"/>
              <a:t>Maximum number of resources of each type needed</a:t>
            </a:r>
          </a:p>
          <a:p>
            <a:pPr lvl="1"/>
            <a:r>
              <a:rPr lang="en-US" dirty="0"/>
              <a:t>Safe state</a:t>
            </a:r>
          </a:p>
          <a:p>
            <a:pPr lvl="1"/>
            <a:r>
              <a:rPr lang="en-US" dirty="0"/>
              <a:t>Resource-allocation-graph algorithm</a:t>
            </a:r>
          </a:p>
          <a:p>
            <a:pPr lvl="1"/>
            <a:r>
              <a:rPr lang="en-US" dirty="0"/>
              <a:t>Banker’s algorithm</a:t>
            </a:r>
          </a:p>
          <a:p>
            <a:pPr lvl="2"/>
            <a:r>
              <a:rPr lang="en-US" dirty="0"/>
              <a:t>Safety algorithm</a:t>
            </a:r>
          </a:p>
          <a:p>
            <a:pPr lvl="2"/>
            <a:r>
              <a:rPr lang="en-US" dirty="0"/>
              <a:t>Resource-request algorithm</a:t>
            </a:r>
          </a:p>
          <a:p>
            <a:r>
              <a:rPr lang="en-US" dirty="0"/>
              <a:t>Deadlock detection</a:t>
            </a:r>
          </a:p>
          <a:p>
            <a:pPr lvl="1"/>
            <a:r>
              <a:rPr lang="en-US" dirty="0"/>
              <a:t>Single instance of each resource type</a:t>
            </a:r>
          </a:p>
        </p:txBody>
      </p:sp>
    </p:spTree>
    <p:extLst>
      <p:ext uri="{BB962C8B-B14F-4D97-AF65-F5344CB8AC3E}">
        <p14:creationId xmlns:p14="http://schemas.microsoft.com/office/powerpoint/2010/main" val="118489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E814-83A7-404A-A8E9-49A514AD6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9922-B927-4443-924A-DDF298B2C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Deadlock detection</a:t>
            </a:r>
          </a:p>
          <a:p>
            <a:pPr lvl="1"/>
            <a:r>
              <a:rPr lang="en-US" dirty="0"/>
              <a:t>Single instance of each resource type</a:t>
            </a:r>
          </a:p>
          <a:p>
            <a:pPr lvl="1"/>
            <a:r>
              <a:rPr lang="en-US" dirty="0"/>
              <a:t>Several instance of a resource type</a:t>
            </a:r>
          </a:p>
          <a:p>
            <a:r>
              <a:rPr lang="en-US" dirty="0">
                <a:solidFill>
                  <a:srgbClr val="FF0000"/>
                </a:solidFill>
              </a:rPr>
              <a:t>Deadlock state vs unsafe state</a:t>
            </a:r>
          </a:p>
          <a:p>
            <a:r>
              <a:rPr lang="en-US" dirty="0"/>
              <a:t>Deadlock recovery</a:t>
            </a:r>
          </a:p>
          <a:p>
            <a:pPr lvl="1"/>
            <a:r>
              <a:rPr lang="en-US" dirty="0"/>
              <a:t>Process and thread termination</a:t>
            </a:r>
          </a:p>
          <a:p>
            <a:pPr lvl="1"/>
            <a:r>
              <a:rPr lang="en-US" dirty="0"/>
              <a:t>Resource preemption</a:t>
            </a:r>
          </a:p>
        </p:txBody>
      </p:sp>
    </p:spTree>
    <p:extLst>
      <p:ext uri="{BB962C8B-B14F-4D97-AF65-F5344CB8AC3E}">
        <p14:creationId xmlns:p14="http://schemas.microsoft.com/office/powerpoint/2010/main" val="1625021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110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Deadlocks Lesson 4 Review</vt:lpstr>
      <vt:lpstr>Important Concepts 1</vt:lpstr>
      <vt:lpstr>Important Concepts 2</vt:lpstr>
      <vt:lpstr>Important Concepts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Deadlocks Lesson 4 Review</dc:title>
  <dc:creator>David Liu</dc:creator>
  <cp:lastModifiedBy>David Liu</cp:lastModifiedBy>
  <cp:revision>3</cp:revision>
  <dcterms:created xsi:type="dcterms:W3CDTF">2022-04-28T14:07:50Z</dcterms:created>
  <dcterms:modified xsi:type="dcterms:W3CDTF">2022-04-28T14:22:49Z</dcterms:modified>
</cp:coreProperties>
</file>