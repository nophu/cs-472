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9" r:id="rId5"/>
    <p:sldId id="270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9FFB-9806-4087-B398-CF96DFBD1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A8CD4-A911-4BBB-8F29-CCCFA61CD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6F95B-1FE2-44CD-B9BC-016E86193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9F63A-0A85-4C1D-B910-EFEFC4FD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9A0E4-24C6-4B68-A1E8-FA10B496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77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2066-217E-421A-AC3C-4159CC6D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808EC-8A57-4A19-9BED-80CE90881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BBA03-EB6F-45B8-B081-3708CBC0D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CB5ED-25C9-46E2-B589-73ADA4C9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FA1F9-E276-482C-8F10-54597F4D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3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4BA6E-E445-4331-9D70-8952F656B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DA8DB-31BB-4E58-BC95-BAD4FE1AA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3F59D-FFF4-4DDD-81F9-3D38E716C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55E31-F3D8-4266-AE75-72658E98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C0BE5-6BFF-482A-9196-ABE0C6E2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62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D130-CCB2-41FB-9385-3E44D4A3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85BF4-08AA-43B7-B99C-2BECA6446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41539-180E-4D2C-93C7-FC6CCA88F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34ABA-AEBC-4DD6-8F20-8C09D3B75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4F6AE-ED47-4BE4-BDA3-BC853C07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9CA38-2959-4C46-80EF-CE46C6C03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98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C11E9-5F4D-466A-90AB-BC413826A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C7F98-BB27-4A4E-8BCB-99FAF4D7F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34CFD-AE50-421D-BC38-829D5D483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F6C39D-BE50-4495-B5CA-D1A694D32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EDEC9A-4B49-4539-A7B2-05A72F3DAB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70C78C-32DD-4F11-B2F4-81555BE2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BA1770-8DFF-4516-BF2C-7C9359904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BD888-5E6C-4D0C-8598-9040078C0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25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58A1C-F021-4BDC-BF5B-B085A6EF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35142-B272-477F-86CB-3D6A5025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48FBE-8D2D-486A-80AF-7449F8A4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CC0A0-91D2-4FF4-8444-3627112F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41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2A16B6-6E2D-4DB2-A3D4-D558AAE9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6B509A-6F2C-442E-9E8F-37A6E30C2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775B4-7B66-4703-B484-C3256791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0C1AB-358A-4FBE-957F-C65A6B7C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D8A9E-35B7-4A9B-96E7-2D9258FAC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52E7B-2B9E-4B4F-AE79-6103129FE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1E3DA-2D96-4A66-80B5-9348EB52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BE0E4-5EC7-436B-BE2F-866EF510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F3700-A482-45F0-B57E-43E6FAC9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9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A7DA-3868-4DA7-866E-BC195BE4D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8F8773-BAAB-4F10-93FF-87AEC806BB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98F70-6FDD-4177-89DC-C6AE3E472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3DD81-131E-4BF3-A498-AF79D529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407E3-0A45-47BE-BB2D-CE7D1C5D4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29021-3896-4178-914F-31D29DA6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3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E143-65E8-47BD-8B62-3C5C2AB02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74DF4-53C0-40FE-95C1-4C6562297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23D0B-A3A2-4557-95D7-96A39D11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C8C37-BD4F-4C17-8C85-8464E3776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7A8FF-81DC-44B9-8D39-FF7CD2B1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58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FEE40-F425-4245-A9CF-B9F2914ED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A5F7A-B35E-4FD9-B0AA-879E2FA01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DFBE5-55CC-4E2F-93A6-A6926482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33A9A-4F78-4335-9D07-631A549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266F7-8B4D-40D1-89ED-734EA0C1D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0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A8CC0A-C61F-49FC-ABD8-DC6DB6EE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B1839-7CBD-4FAF-B911-E015A3896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7FE1-110A-4715-9002-36D2B6C3A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258A8-C9BD-459D-9EEC-DC1273C986E0}" type="datetimeFigureOut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6427A-4F9D-49E0-9717-02C9EF07D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97927-74B8-4C12-A949-06F196789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274EB-B13A-449D-992A-67341D85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8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358A-71DF-4D85-B42A-05A76F5D35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Synchronization Examples</a:t>
            </a:r>
            <a:br>
              <a:rPr lang="en-US" dirty="0"/>
            </a:br>
            <a:r>
              <a:rPr lang="en-US" dirty="0"/>
              <a:t>Lesson 2</a:t>
            </a:r>
            <a:br>
              <a:rPr lang="en-US" dirty="0"/>
            </a:br>
            <a:r>
              <a:rPr lang="en-US" dirty="0"/>
              <a:t>Synchronization in kernel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8F649-9AE6-4AC1-B22D-7CD2397605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</a:p>
        </p:txBody>
      </p:sp>
    </p:spTree>
    <p:extLst>
      <p:ext uri="{BB962C8B-B14F-4D97-AF65-F5344CB8AC3E}">
        <p14:creationId xmlns:p14="http://schemas.microsoft.com/office/powerpoint/2010/main" val="230658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9E0D0-5DE5-4074-8F27-D2C9B12C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Supports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D83CE-4C34-4A24-AD2B-98139CB3E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Windows </a:t>
            </a:r>
            <a:r>
              <a:rPr lang="en-US" dirty="0"/>
              <a:t>Support</a:t>
            </a:r>
          </a:p>
          <a:p>
            <a:r>
              <a:rPr lang="en-US" dirty="0"/>
              <a:t>Linux Support</a:t>
            </a:r>
          </a:p>
        </p:txBody>
      </p:sp>
    </p:spTree>
    <p:extLst>
      <p:ext uri="{BB962C8B-B14F-4D97-AF65-F5344CB8AC3E}">
        <p14:creationId xmlns:p14="http://schemas.microsoft.com/office/powerpoint/2010/main" val="337405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1BF3E-08AF-4C4A-8EBA-0C822F59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Kernel Synchronization - Windows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FE5BE8-F7AA-447C-A378-7CB2BB74F3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Uses </a:t>
            </a:r>
            <a:r>
              <a:rPr lang="en-US" altLang="en-US" b="1" dirty="0"/>
              <a:t>interrupt masks </a:t>
            </a:r>
            <a:r>
              <a:rPr lang="en-US" altLang="en-US" dirty="0"/>
              <a:t>to protect access to global resources on </a:t>
            </a:r>
            <a:r>
              <a:rPr lang="en-US" altLang="en-US" b="1" dirty="0"/>
              <a:t>uniprocessor</a:t>
            </a:r>
            <a:r>
              <a:rPr lang="en-US" altLang="en-US" dirty="0"/>
              <a:t>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Uses </a:t>
            </a:r>
            <a:r>
              <a:rPr lang="en-US" altLang="en-US" b="1" dirty="0">
                <a:solidFill>
                  <a:srgbClr val="3366FF"/>
                </a:solidFill>
              </a:rPr>
              <a:t>spinlocks </a:t>
            </a:r>
            <a:r>
              <a:rPr lang="en-US" altLang="en-US" dirty="0"/>
              <a:t>on </a:t>
            </a:r>
            <a:r>
              <a:rPr lang="en-US" altLang="en-US" b="1" dirty="0"/>
              <a:t>multiprocessor</a:t>
            </a:r>
            <a:r>
              <a:rPr lang="en-US" altLang="en-US" dirty="0"/>
              <a:t> systems</a:t>
            </a:r>
          </a:p>
          <a:p>
            <a:pPr lvl="1"/>
            <a:r>
              <a:rPr lang="en-US" altLang="en-US" dirty="0" err="1"/>
              <a:t>Spinlocking</a:t>
            </a:r>
            <a:r>
              <a:rPr lang="en-US" altLang="en-US" dirty="0"/>
              <a:t>-thread will never be preempted</a:t>
            </a:r>
          </a:p>
        </p:txBody>
      </p:sp>
    </p:spTree>
    <p:extLst>
      <p:ext uri="{BB962C8B-B14F-4D97-AF65-F5344CB8AC3E}">
        <p14:creationId xmlns:p14="http://schemas.microsoft.com/office/powerpoint/2010/main" val="457619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07AF-113A-451C-BECF-CFF1B2BE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State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F483DA-1610-48FC-ABCA-0E5862AAE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615" y="2350795"/>
            <a:ext cx="7664480" cy="298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0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EC1B-87EA-458C-94B7-2DB35BC0C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B544A-D9D9-45EA-B932-3979DF973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87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Verdana" panose="020B0604030504040204" pitchFamily="34" charset="0"/>
              </a:rPr>
              <a:t>CPU </a:t>
            </a:r>
            <a:r>
              <a:rPr kumimoji="0" lang="en-US" altLang="en-US" sz="2400" dirty="0">
                <a:latin typeface="Verdana" panose="020B0604030504040204" pitchFamily="34" charset="0"/>
              </a:rPr>
              <a:t>switches from one process to another</a:t>
            </a:r>
            <a:endParaRPr lang="en-US" sz="240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E20002B-CB5E-46E7-AA5C-475EBB223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91" y="2160849"/>
            <a:ext cx="5126038" cy="418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467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1BF3E-08AF-4C4A-8EBA-0C822F59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User Space Synchronization - Windows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FE5BE8-F7AA-447C-A378-7CB2BB74F3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1088" y="1540399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000000"/>
                </a:solidFill>
              </a:rPr>
              <a:t>User-space  </a:t>
            </a:r>
            <a:r>
              <a:rPr lang="en-US" altLang="en-US" b="1" dirty="0">
                <a:solidFill>
                  <a:srgbClr val="3366FF"/>
                </a:solidFill>
              </a:rPr>
              <a:t>dispatcher objects</a:t>
            </a:r>
            <a:endParaRPr lang="en-US" altLang="en-US" dirty="0"/>
          </a:p>
          <a:p>
            <a:pPr lvl="1"/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Mutex Objects</a:t>
            </a:r>
          </a:p>
          <a:p>
            <a:pPr marL="457200" lvl="1" indent="0">
              <a:buNone/>
            </a:pP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Semaphore Objects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Event Objects</a:t>
            </a:r>
          </a:p>
          <a:p>
            <a:pPr lvl="2"/>
            <a:r>
              <a:rPr lang="en-US" altLang="en-US" dirty="0"/>
              <a:t>An event acts much like a condition variable</a:t>
            </a:r>
          </a:p>
          <a:p>
            <a:pPr lvl="2"/>
            <a:r>
              <a:rPr lang="en-US" altLang="en-US" dirty="0"/>
              <a:t>However, all waiting threads will be selected by kernel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Timer Objects</a:t>
            </a:r>
            <a:r>
              <a:rPr lang="en-US" altLang="en-US" dirty="0"/>
              <a:t> notify one or more thread when time expired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F291078-CEE0-445E-AA6B-DCBFE1E59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166" y="2183899"/>
            <a:ext cx="2855469" cy="90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FC4B90-45DF-4D17-9FD3-AAF356F6BA2F}"/>
              </a:ext>
            </a:extLst>
          </p:cNvPr>
          <p:cNvSpPr txBox="1"/>
          <p:nvPr/>
        </p:nvSpPr>
        <p:spPr>
          <a:xfrm>
            <a:off x="6112778" y="2311166"/>
            <a:ext cx="497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signaled-state </a:t>
            </a:r>
            <a:r>
              <a:rPr lang="en-US" altLang="en-US" dirty="0"/>
              <a:t>(object available) or </a:t>
            </a:r>
            <a:r>
              <a:rPr lang="en-US" altLang="en-US" b="1" dirty="0">
                <a:solidFill>
                  <a:srgbClr val="3366FF"/>
                </a:solidFill>
              </a:rPr>
              <a:t>non-signaled state </a:t>
            </a:r>
            <a:r>
              <a:rPr lang="en-US" altLang="en-US" dirty="0"/>
              <a:t>(thread will block)</a:t>
            </a:r>
          </a:p>
        </p:txBody>
      </p:sp>
    </p:spTree>
    <p:extLst>
      <p:ext uri="{BB962C8B-B14F-4D97-AF65-F5344CB8AC3E}">
        <p14:creationId xmlns:p14="http://schemas.microsoft.com/office/powerpoint/2010/main" val="1456801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E956-C021-4992-9DE7-38775824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User Space Synchronization - Windows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3CA82-8987-4310-B121-1E2A49D8C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altLang="en-US" b="1" dirty="0">
                <a:solidFill>
                  <a:srgbClr val="3366FF"/>
                </a:solidFill>
              </a:rPr>
              <a:t>Critical-Section Objects</a:t>
            </a:r>
          </a:p>
          <a:p>
            <a:pPr lvl="1"/>
            <a:r>
              <a:rPr lang="en-US" altLang="en-US" dirty="0"/>
              <a:t>User-mode mutex </a:t>
            </a:r>
          </a:p>
          <a:p>
            <a:pPr lvl="1"/>
            <a:r>
              <a:rPr lang="en-US" altLang="en-US" dirty="0"/>
              <a:t>Multiprocessor system</a:t>
            </a:r>
          </a:p>
          <a:p>
            <a:pPr lvl="2"/>
            <a:r>
              <a:rPr lang="en-US" altLang="en-US" dirty="0"/>
              <a:t>Spinlock first</a:t>
            </a:r>
          </a:p>
          <a:p>
            <a:pPr lvl="2"/>
            <a:r>
              <a:rPr lang="en-US" altLang="en-US" dirty="0"/>
              <a:t>If spinlock is too long, allocates a kernel mutex and yields CPU</a:t>
            </a:r>
          </a:p>
        </p:txBody>
      </p:sp>
    </p:spTree>
    <p:extLst>
      <p:ext uri="{BB962C8B-B14F-4D97-AF65-F5344CB8AC3E}">
        <p14:creationId xmlns:p14="http://schemas.microsoft.com/office/powerpoint/2010/main" val="4039909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8BB77-170A-43DA-8D38-70A69E7CB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Linux Synchronization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ED641-0697-4BCB-9CE1-5C33721BA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</a:t>
            </a:r>
            <a:r>
              <a:rPr lang="en-US" altLang="en-US"/>
              <a:t>tomic </a:t>
            </a:r>
            <a:r>
              <a:rPr lang="en-US" altLang="en-US" dirty="0"/>
              <a:t>integers</a:t>
            </a:r>
          </a:p>
          <a:p>
            <a:r>
              <a:rPr lang="en-US" altLang="en-US" dirty="0"/>
              <a:t>Mutex  (with sleep state)</a:t>
            </a:r>
          </a:p>
          <a:p>
            <a:r>
              <a:rPr lang="en-US" altLang="en-US" dirty="0"/>
              <a:t>Spinlocks (reader-writer versions of both)</a:t>
            </a:r>
          </a:p>
          <a:p>
            <a:r>
              <a:rPr lang="en-US" altLang="en-US" dirty="0"/>
              <a:t>Semaphores (reader-writer versions of both)</a:t>
            </a:r>
          </a:p>
          <a:p>
            <a:r>
              <a:rPr lang="en-US" altLang="en-US" dirty="0"/>
              <a:t>On single-processing core system, spinlocks replaced by enabling and disabling kernel preemption</a:t>
            </a:r>
          </a:p>
        </p:txBody>
      </p:sp>
    </p:spTree>
    <p:extLst>
      <p:ext uri="{BB962C8B-B14F-4D97-AF65-F5344CB8AC3E}">
        <p14:creationId xmlns:p14="http://schemas.microsoft.com/office/powerpoint/2010/main" val="3607321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176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Verdana</vt:lpstr>
      <vt:lpstr>Office Theme</vt:lpstr>
      <vt:lpstr>Synchronization Examples Lesson 2 Synchronization in kernel</vt:lpstr>
      <vt:lpstr>OS Supports Synchronization</vt:lpstr>
      <vt:lpstr>Kernel Synchronization - Windows</vt:lpstr>
      <vt:lpstr>Process State Diagram</vt:lpstr>
      <vt:lpstr>Context Switch</vt:lpstr>
      <vt:lpstr>User Space Synchronization - Windows</vt:lpstr>
      <vt:lpstr>User Space Synchronization - Windows</vt:lpstr>
      <vt:lpstr>Linux Synchronization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Synchronization Examples Lesson 2 Synchronization in kernel</dc:title>
  <dc:creator>David Liu</dc:creator>
  <cp:lastModifiedBy>David Liu</cp:lastModifiedBy>
  <cp:revision>8</cp:revision>
  <dcterms:created xsi:type="dcterms:W3CDTF">2021-11-01T16:17:41Z</dcterms:created>
  <dcterms:modified xsi:type="dcterms:W3CDTF">2022-03-17T16:18:44Z</dcterms:modified>
</cp:coreProperties>
</file>