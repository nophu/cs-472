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C435E-E7E1-4C37-93B7-7C8F846C8388}" type="datetimeFigureOut">
              <a:rPr lang="en-US" smtClean="0"/>
              <a:t>5/1/2022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90CC5-7439-4ACF-8512-B4AE1001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1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304C-883C-44A8-80A8-E405B177C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D34CB-7AE5-4F79-BA2B-9674255AC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739A-CA82-4478-8CA7-5201DAE9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D1BEA-1823-4536-B6DF-A6AE7FEDDD39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29516-D91C-4E60-9EEE-392B29894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FBA33-67CF-463E-805B-16DA6B72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4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477A-79CF-4FCE-8441-8E109D23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CB8E-5ACD-4973-88C8-7085CCCAE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9FDF-C2AA-4223-A079-3CB8074F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7893-8CD8-4431-9A5D-6B9163EA405D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7EC2-CFC8-43D5-ABE1-FC68AB86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C0F0-6043-4DD9-BDC6-6E805AE3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6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4944-F36F-482E-98BC-899683D8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69196-2969-485D-B3A7-DB8E7223C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9CDC5-56E8-495C-8A1D-78050800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C3C7-5AF9-42D0-A397-F4CF0AB361A4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8D068-6F39-4F9C-9A57-6EFF4061A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3B0F-81AE-45C1-91A5-B3E422A9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3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04CD-9E9F-4327-A19E-7A6C3550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646B-3DBA-4AB7-8D75-676E4D439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39357-372A-4692-8CCA-232BDF306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3FAE8-B4BD-4CD4-A166-14B4E830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F032-CE31-42D5-B182-3E6E0A38DBA0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E4248-33A0-4592-9C41-2AF9DB80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97215-B5F3-403C-BA80-9569CDAA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3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9136-B462-4D79-AE4E-74DA0A28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8A0C-C79E-4CAD-B6CD-8C5203F37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8EE53-2F81-4CF1-ACCD-D6F945F94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1ABAA-938E-4382-BE46-5F8EB16C7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5EB43-0F73-4AE6-BA58-17FF951D3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E4E7E0-81D1-4D0E-8470-D6F91C4E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650C-B1F4-4F54-9810-4227B4CA935A}" type="datetime1">
              <a:rPr lang="en-US" smtClean="0"/>
              <a:t>5/1/2022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2119C-9678-460B-B7E8-EE240177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DA836-B361-4371-A078-5C6B613D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5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A1E9-03B5-460D-8BB8-80012101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C14E1-DD15-43B5-B557-FC99233C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88BE1-97FD-4ACD-B544-D7FBB90CB61F}" type="datetime1">
              <a:rPr lang="en-US" smtClean="0"/>
              <a:t>5/1/2022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65748-A0A9-4DDD-875E-4825F515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67FA6-8ABA-49DD-A2D1-F31C5C38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5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9B681-79F4-400F-A702-D263A6BA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0BC0-098B-4126-8FF9-613638F0B7AE}" type="datetime1">
              <a:rPr lang="en-US" smtClean="0"/>
              <a:t>5/1/2022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D1743-795C-4D4A-BC4C-0CECD482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15304-1C0D-401B-AC8D-D4103CA4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6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A86C-4413-4427-B169-EF7E0D47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F150-F2D0-41A6-AF5C-1B633D5A8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B7274-7725-4BC2-815D-2EB2FBD4E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8D88D-2F13-40D3-B19D-4CC1342B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B69C-0ED2-4DB5-8073-69D7182B91A3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217D4-D522-4E72-8EEA-7DBEC641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8BDBB-AEC3-4D00-B8F0-24B3C9CA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53F6-3156-4FA2-9511-EE24131D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86FEA-FB4A-49C0-97DD-6DC5D38AA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573F8-6F0D-4386-9BA6-12322499D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21A96-3992-4CD1-B735-B85625E7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E9B-422E-4209-9FD8-83EC67A1EF0B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73368-82A7-4D29-8344-9AC4C4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4825F-C744-4D80-9383-467CBAA2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2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972E-587A-4DE0-99DF-A3AB72E1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C9155-F1C2-4946-8F0B-27237F67E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16723-45E3-418B-85B7-BBD2C30B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6E9E-BEFA-4D08-8E52-9BB106376E5A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A7A6B-29D0-47B8-BC84-8F640796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B2ED-DE21-418C-9057-81CADB57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4901C-F83F-472E-829F-82A115203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4B21F-EA46-4DD8-9CC8-DDB062A84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6BD01-0391-4B2E-84F7-DC1309A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415FC-D0DC-40AC-8D71-730A34546EEC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E862-DFE4-44C7-AD0B-37E1CC79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D9CD7-3A34-4FF6-9C6F-110C44FA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3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C160F-BEC3-491A-9C10-CC66BAE2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B663F-31CB-438F-BB41-431AC2796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603CC-B615-4E31-954B-E9909E3A2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5976D-FBA8-4041-BE06-AA9AFDA341F4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82784-1B95-4E6A-B5AF-DBD091FF3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C2AC-0785-4782-91F0-DA3CDD83E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08166-796C-4F81-94A5-DD66715E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33A4-CA71-4E27-AC40-2C4DBAC33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9</a:t>
            </a:r>
            <a:br>
              <a:rPr lang="en-US" dirty="0"/>
            </a:b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04BD2-AFA9-41A4-B747-E7BC913C3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23497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9495-3E16-41E9-A0F5-CFA88130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CDDF-415E-47B2-8717-BD420FB3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memory </a:t>
            </a:r>
          </a:p>
          <a:p>
            <a:pPr lvl="1"/>
            <a:r>
              <a:rPr lang="en-US" dirty="0"/>
              <a:t>allows the execution of processes that are not completely in memory</a:t>
            </a:r>
          </a:p>
          <a:p>
            <a:pPr lvl="1"/>
            <a:r>
              <a:rPr lang="en-US" dirty="0"/>
              <a:t>frees programmers from the concerns of memory-storage limitations</a:t>
            </a:r>
          </a:p>
          <a:p>
            <a:pPr lvl="1"/>
            <a:r>
              <a:rPr lang="en-US" dirty="0"/>
              <a:t>All processes to share files and libraries, to implement shared memory</a:t>
            </a:r>
          </a:p>
          <a:p>
            <a:pPr lvl="1"/>
            <a:r>
              <a:rPr lang="en-US" dirty="0"/>
              <a:t>Provides an efficient mechanism for process creation</a:t>
            </a:r>
          </a:p>
          <a:p>
            <a:r>
              <a:rPr lang="en-US" dirty="0"/>
              <a:t>Demand paging</a:t>
            </a:r>
          </a:p>
          <a:p>
            <a:pPr lvl="1"/>
            <a:r>
              <a:rPr lang="en-US" dirty="0"/>
              <a:t>Valid bit and page fault</a:t>
            </a:r>
          </a:p>
          <a:p>
            <a:pPr lvl="1"/>
            <a:r>
              <a:rPr lang="en-US" dirty="0"/>
              <a:t>Hardware support</a:t>
            </a:r>
          </a:p>
          <a:p>
            <a:pPr lvl="1"/>
            <a:r>
              <a:rPr lang="en-US" dirty="0"/>
              <a:t>Free frame list</a:t>
            </a:r>
          </a:p>
          <a:p>
            <a:pPr lvl="1"/>
            <a:r>
              <a:rPr lang="en-US" dirty="0"/>
              <a:t>Effective access time with page fault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5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3521-6C47-4EEF-A08A-34E86654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A9A0-6204-49A2-B91F-0DE22D7FE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Copy-on-Write</a:t>
            </a:r>
          </a:p>
          <a:p>
            <a:r>
              <a:rPr lang="en-US" dirty="0"/>
              <a:t>Page replacement</a:t>
            </a:r>
          </a:p>
          <a:p>
            <a:pPr lvl="1"/>
            <a:r>
              <a:rPr lang="en-US" dirty="0"/>
              <a:t>FIFO, Optimal, LRU, LRU-Approximation, Counting-based</a:t>
            </a:r>
          </a:p>
          <a:p>
            <a:r>
              <a:rPr lang="en-US" dirty="0"/>
              <a:t>Page-Buffering algorithm</a:t>
            </a:r>
          </a:p>
          <a:p>
            <a:r>
              <a:rPr lang="en-US" dirty="0"/>
              <a:t>Application and Page Replacement</a:t>
            </a:r>
          </a:p>
          <a:p>
            <a:r>
              <a:rPr lang="en-US" dirty="0"/>
              <a:t>Allocation of Frames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8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3521-6C47-4EEF-A08A-34E86654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A9A0-6204-49A2-B91F-0DE22D7FE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Thrashing</a:t>
            </a:r>
          </a:p>
          <a:p>
            <a:pPr lvl="1"/>
            <a:r>
              <a:rPr lang="en-US" dirty="0"/>
              <a:t>Cause of thrashing</a:t>
            </a:r>
          </a:p>
          <a:p>
            <a:pPr lvl="1"/>
            <a:r>
              <a:rPr lang="en-US" dirty="0"/>
              <a:t>Local replacement</a:t>
            </a:r>
          </a:p>
          <a:p>
            <a:pPr lvl="1"/>
            <a:r>
              <a:rPr lang="en-US" dirty="0"/>
              <a:t>Locality model of process </a:t>
            </a:r>
            <a:r>
              <a:rPr lang="en-US" dirty="0" err="1"/>
              <a:t>exeucation</a:t>
            </a:r>
            <a:endParaRPr lang="en-US" dirty="0"/>
          </a:p>
          <a:p>
            <a:pPr lvl="1"/>
            <a:r>
              <a:rPr lang="en-US" dirty="0"/>
              <a:t>Working-Set Model</a:t>
            </a:r>
          </a:p>
          <a:p>
            <a:pPr lvl="1"/>
            <a:r>
              <a:rPr lang="en-US" dirty="0"/>
              <a:t>Page-fault frequency</a:t>
            </a:r>
          </a:p>
          <a:p>
            <a:r>
              <a:rPr lang="en-US" dirty="0"/>
              <a:t>Memory Compression</a:t>
            </a:r>
          </a:p>
          <a:p>
            <a:pPr lvl="1"/>
            <a:r>
              <a:rPr lang="en-US" dirty="0"/>
              <a:t>Alternative to paging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17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3521-6C47-4EEF-A08A-34E86654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A9A0-6204-49A2-B91F-0DE22D7FE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Allocation Kernel Memory</a:t>
            </a:r>
          </a:p>
          <a:p>
            <a:pPr lvl="1"/>
            <a:r>
              <a:rPr lang="en-US" dirty="0"/>
              <a:t>Buddy system</a:t>
            </a:r>
          </a:p>
          <a:p>
            <a:pPr lvl="1"/>
            <a:r>
              <a:rPr lang="en-US" dirty="0"/>
              <a:t>Slab allocation</a:t>
            </a:r>
          </a:p>
          <a:p>
            <a:r>
              <a:rPr lang="en-US"/>
              <a:t>Other considerations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18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Virtual Memory Lesson 9 Review</vt:lpstr>
      <vt:lpstr>Important Concepts 1</vt:lpstr>
      <vt:lpstr>Important Concepts 2</vt:lpstr>
      <vt:lpstr>Important Concepts 3</vt:lpstr>
      <vt:lpstr>Important Concepts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9 Review</dc:title>
  <dc:creator>David Liu</dc:creator>
  <cp:lastModifiedBy>David Liu</cp:lastModifiedBy>
  <cp:revision>8</cp:revision>
  <dcterms:created xsi:type="dcterms:W3CDTF">2022-04-28T15:02:41Z</dcterms:created>
  <dcterms:modified xsi:type="dcterms:W3CDTF">2022-05-01T18:33:09Z</dcterms:modified>
</cp:coreProperties>
</file>